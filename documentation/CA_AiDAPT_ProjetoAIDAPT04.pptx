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4"/>
  </p:sldMasterIdLst>
  <p:notesMasterIdLst>
    <p:notesMasterId r:id="rId17"/>
  </p:notesMasterIdLst>
  <p:sldIdLst>
    <p:sldId id="695" r:id="rId5"/>
    <p:sldId id="256" r:id="rId6"/>
    <p:sldId id="712" r:id="rId7"/>
    <p:sldId id="2147479755" r:id="rId8"/>
    <p:sldId id="713" r:id="rId9"/>
    <p:sldId id="270" r:id="rId10"/>
    <p:sldId id="2147479756" r:id="rId11"/>
    <p:sldId id="2147479757" r:id="rId12"/>
    <p:sldId id="2147479758" r:id="rId13"/>
    <p:sldId id="2147479759" r:id="rId14"/>
    <p:sldId id="2147479760" r:id="rId15"/>
    <p:sldId id="2147479761" r:id="rId16"/>
  </p:sldIdLst>
  <p:sldSz cx="12434888" cy="6994525"/>
  <p:notesSz cx="9144000" cy="6858000"/>
  <p:defaultTextStyle>
    <a:defPPr>
      <a:defRPr lang="pt-PT"/>
    </a:defPPr>
    <a:lvl1pPr marL="0" algn="l" defTabSz="1110264" rtl="0" eaLnBrk="1" latinLnBrk="0" hangingPunct="1">
      <a:defRPr sz="2186" kern="1200">
        <a:solidFill>
          <a:schemeClr val="tx1"/>
        </a:solidFill>
        <a:latin typeface="+mn-lt"/>
        <a:ea typeface="+mn-ea"/>
        <a:cs typeface="+mn-cs"/>
      </a:defRPr>
    </a:lvl1pPr>
    <a:lvl2pPr marL="555132" algn="l" defTabSz="1110264" rtl="0" eaLnBrk="1" latinLnBrk="0" hangingPunct="1">
      <a:defRPr sz="2186" kern="1200">
        <a:solidFill>
          <a:schemeClr val="tx1"/>
        </a:solidFill>
        <a:latin typeface="+mn-lt"/>
        <a:ea typeface="+mn-ea"/>
        <a:cs typeface="+mn-cs"/>
      </a:defRPr>
    </a:lvl2pPr>
    <a:lvl3pPr marL="1110264" algn="l" defTabSz="1110264" rtl="0" eaLnBrk="1" latinLnBrk="0" hangingPunct="1">
      <a:defRPr sz="2186" kern="1200">
        <a:solidFill>
          <a:schemeClr val="tx1"/>
        </a:solidFill>
        <a:latin typeface="+mn-lt"/>
        <a:ea typeface="+mn-ea"/>
        <a:cs typeface="+mn-cs"/>
      </a:defRPr>
    </a:lvl3pPr>
    <a:lvl4pPr marL="1665397" algn="l" defTabSz="1110264" rtl="0" eaLnBrk="1" latinLnBrk="0" hangingPunct="1">
      <a:defRPr sz="2186" kern="1200">
        <a:solidFill>
          <a:schemeClr val="tx1"/>
        </a:solidFill>
        <a:latin typeface="+mn-lt"/>
        <a:ea typeface="+mn-ea"/>
        <a:cs typeface="+mn-cs"/>
      </a:defRPr>
    </a:lvl4pPr>
    <a:lvl5pPr marL="2220529" algn="l" defTabSz="1110264" rtl="0" eaLnBrk="1" latinLnBrk="0" hangingPunct="1">
      <a:defRPr sz="2186" kern="1200">
        <a:solidFill>
          <a:schemeClr val="tx1"/>
        </a:solidFill>
        <a:latin typeface="+mn-lt"/>
        <a:ea typeface="+mn-ea"/>
        <a:cs typeface="+mn-cs"/>
      </a:defRPr>
    </a:lvl5pPr>
    <a:lvl6pPr marL="2775661" algn="l" defTabSz="1110264" rtl="0" eaLnBrk="1" latinLnBrk="0" hangingPunct="1">
      <a:defRPr sz="2186" kern="1200">
        <a:solidFill>
          <a:schemeClr val="tx1"/>
        </a:solidFill>
        <a:latin typeface="+mn-lt"/>
        <a:ea typeface="+mn-ea"/>
        <a:cs typeface="+mn-cs"/>
      </a:defRPr>
    </a:lvl6pPr>
    <a:lvl7pPr marL="3330793" algn="l" defTabSz="1110264" rtl="0" eaLnBrk="1" latinLnBrk="0" hangingPunct="1">
      <a:defRPr sz="2186" kern="1200">
        <a:solidFill>
          <a:schemeClr val="tx1"/>
        </a:solidFill>
        <a:latin typeface="+mn-lt"/>
        <a:ea typeface="+mn-ea"/>
        <a:cs typeface="+mn-cs"/>
      </a:defRPr>
    </a:lvl7pPr>
    <a:lvl8pPr marL="3885926" algn="l" defTabSz="1110264" rtl="0" eaLnBrk="1" latinLnBrk="0" hangingPunct="1">
      <a:defRPr sz="2186" kern="1200">
        <a:solidFill>
          <a:schemeClr val="tx1"/>
        </a:solidFill>
        <a:latin typeface="+mn-lt"/>
        <a:ea typeface="+mn-ea"/>
        <a:cs typeface="+mn-cs"/>
      </a:defRPr>
    </a:lvl8pPr>
    <a:lvl9pPr marL="4441058" algn="l" defTabSz="1110264" rtl="0" eaLnBrk="1" latinLnBrk="0" hangingPunct="1">
      <a:defRPr sz="2186"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3" userDrawn="1">
          <p15:clr>
            <a:srgbClr val="A4A3A4"/>
          </p15:clr>
        </p15:guide>
        <p15:guide id="2" pos="39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6" name="Aut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E36C09"/>
    <a:srgbClr val="996633"/>
    <a:srgbClr val="CC9900"/>
    <a:srgbClr val="FFFFCC"/>
    <a:srgbClr val="CFE3D8"/>
    <a:srgbClr val="6B4723"/>
    <a:srgbClr val="CCFFCC"/>
    <a:srgbClr val="333333"/>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20851A-6E33-4D5D-B8D7-9772242F3ECA}" v="143" dt="2026-01-19T16:19:10.3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0A15C55-8517-42AA-B614-E9B94910E393}" styleName="Estilo Médio 2 - Destaqu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Estilo Médio 4 - Destaque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145" autoAdjust="0"/>
    <p:restoredTop sz="96247" autoAdjust="0"/>
  </p:normalViewPr>
  <p:slideViewPr>
    <p:cSldViewPr>
      <p:cViewPr varScale="1">
        <p:scale>
          <a:sx n="97" d="100"/>
          <a:sy n="97" d="100"/>
        </p:scale>
        <p:origin x="48" y="268"/>
      </p:cViewPr>
      <p:guideLst>
        <p:guide orient="horz" pos="2203"/>
        <p:guide pos="3917"/>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1630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pt-PT"/>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25FC16E3-F25A-457F-9E74-C213123596C3}" type="datetimeFigureOut">
              <a:rPr lang="pt-PT" smtClean="0"/>
              <a:t>21/05/2026</a:t>
            </a:fld>
            <a:endParaRPr lang="pt-PT"/>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pt-PT"/>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pt-PT"/>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83719D97-3566-4655-923D-6441A2100D90}" type="slidenum">
              <a:rPr lang="pt-PT" smtClean="0"/>
              <a:t>‹#›</a:t>
            </a:fld>
            <a:endParaRPr lang="pt-PT"/>
          </a:p>
        </p:txBody>
      </p:sp>
    </p:spTree>
    <p:extLst>
      <p:ext uri="{BB962C8B-B14F-4D97-AF65-F5344CB8AC3E}">
        <p14:creationId xmlns:p14="http://schemas.microsoft.com/office/powerpoint/2010/main" val="1495505698"/>
      </p:ext>
    </p:extLst>
  </p:cSld>
  <p:clrMap bg1="lt1" tx1="dk1" bg2="lt2" tx2="dk2" accent1="accent1" accent2="accent2" accent3="accent3" accent4="accent4" accent5="accent5" accent6="accent6" hlink="hlink" folHlink="folHlink"/>
  <p:notesStyle>
    <a:lvl1pPr marL="0" algn="l" defTabSz="1110264" rtl="0" eaLnBrk="1" latinLnBrk="0" hangingPunct="1">
      <a:defRPr sz="1457" kern="1200">
        <a:solidFill>
          <a:schemeClr val="tx1"/>
        </a:solidFill>
        <a:latin typeface="+mn-lt"/>
        <a:ea typeface="+mn-ea"/>
        <a:cs typeface="+mn-cs"/>
      </a:defRPr>
    </a:lvl1pPr>
    <a:lvl2pPr marL="555132" algn="l" defTabSz="1110264" rtl="0" eaLnBrk="1" latinLnBrk="0" hangingPunct="1">
      <a:defRPr sz="1457" kern="1200">
        <a:solidFill>
          <a:schemeClr val="tx1"/>
        </a:solidFill>
        <a:latin typeface="+mn-lt"/>
        <a:ea typeface="+mn-ea"/>
        <a:cs typeface="+mn-cs"/>
      </a:defRPr>
    </a:lvl2pPr>
    <a:lvl3pPr marL="1110264" algn="l" defTabSz="1110264" rtl="0" eaLnBrk="1" latinLnBrk="0" hangingPunct="1">
      <a:defRPr sz="1457" kern="1200">
        <a:solidFill>
          <a:schemeClr val="tx1"/>
        </a:solidFill>
        <a:latin typeface="+mn-lt"/>
        <a:ea typeface="+mn-ea"/>
        <a:cs typeface="+mn-cs"/>
      </a:defRPr>
    </a:lvl3pPr>
    <a:lvl4pPr marL="1665397" algn="l" defTabSz="1110264" rtl="0" eaLnBrk="1" latinLnBrk="0" hangingPunct="1">
      <a:defRPr sz="1457" kern="1200">
        <a:solidFill>
          <a:schemeClr val="tx1"/>
        </a:solidFill>
        <a:latin typeface="+mn-lt"/>
        <a:ea typeface="+mn-ea"/>
        <a:cs typeface="+mn-cs"/>
      </a:defRPr>
    </a:lvl4pPr>
    <a:lvl5pPr marL="2220529" algn="l" defTabSz="1110264" rtl="0" eaLnBrk="1" latinLnBrk="0" hangingPunct="1">
      <a:defRPr sz="1457" kern="1200">
        <a:solidFill>
          <a:schemeClr val="tx1"/>
        </a:solidFill>
        <a:latin typeface="+mn-lt"/>
        <a:ea typeface="+mn-ea"/>
        <a:cs typeface="+mn-cs"/>
      </a:defRPr>
    </a:lvl5pPr>
    <a:lvl6pPr marL="2775661" algn="l" defTabSz="1110264" rtl="0" eaLnBrk="1" latinLnBrk="0" hangingPunct="1">
      <a:defRPr sz="1457" kern="1200">
        <a:solidFill>
          <a:schemeClr val="tx1"/>
        </a:solidFill>
        <a:latin typeface="+mn-lt"/>
        <a:ea typeface="+mn-ea"/>
        <a:cs typeface="+mn-cs"/>
      </a:defRPr>
    </a:lvl6pPr>
    <a:lvl7pPr marL="3330793" algn="l" defTabSz="1110264" rtl="0" eaLnBrk="1" latinLnBrk="0" hangingPunct="1">
      <a:defRPr sz="1457" kern="1200">
        <a:solidFill>
          <a:schemeClr val="tx1"/>
        </a:solidFill>
        <a:latin typeface="+mn-lt"/>
        <a:ea typeface="+mn-ea"/>
        <a:cs typeface="+mn-cs"/>
      </a:defRPr>
    </a:lvl7pPr>
    <a:lvl8pPr marL="3885926" algn="l" defTabSz="1110264" rtl="0" eaLnBrk="1" latinLnBrk="0" hangingPunct="1">
      <a:defRPr sz="1457" kern="1200">
        <a:solidFill>
          <a:schemeClr val="tx1"/>
        </a:solidFill>
        <a:latin typeface="+mn-lt"/>
        <a:ea typeface="+mn-ea"/>
        <a:cs typeface="+mn-cs"/>
      </a:defRPr>
    </a:lvl8pPr>
    <a:lvl9pPr marL="4441058" algn="l" defTabSz="1110264" rtl="0" eaLnBrk="1" latinLnBrk="0" hangingPunct="1">
      <a:defRPr sz="145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b="0"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853A01-F732-4413-BE96-556C54460BBB}" type="slidenum">
              <a:rPr kumimoji="0" lang="pt-PT"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pt-PT"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255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882" b="1" i="0" strike="noStrike" cap="none" baseline="0">
                <a:solidFill>
                  <a:srgbClr val="000000"/>
                </a:solidFill>
                <a:effectLst/>
                <a:latin typeface="Segoe UI Light"/>
                <a:ea typeface="Segoe UI Light"/>
                <a:cs typeface="Segoe UI Light"/>
              </a:rPr>
              <a:t>Microsoft Power Apps</a:t>
            </a:r>
          </a:p>
          <a:p>
            <a:r>
              <a:rPr lang="pt-BR" sz="882" b="0" i="0" strike="noStrike" cap="none" baseline="0">
                <a:solidFill>
                  <a:srgbClr val="000000"/>
                </a:solidFill>
                <a:effectLst/>
                <a:latin typeface="Segoe UI Light"/>
                <a:ea typeface="Segoe UI Light"/>
                <a:cs typeface="Segoe UI Light"/>
              </a:rPr>
              <a:t>O Power Apps oferece um ambiente de desenvolvimento que exige pouco código para o desenvolvimento de aplicativos personalizados para as necessidades de negócios. É um pacote de serviços de desenvolvimento de aplicativos com uma plataforma de dados escalonável (Microsoft Dataverse) e a capacidade de interagir com fontes de dados na nuvem e no local. O Power Apps permite a criação de aplicativos móveis e da Web que são executados em todos os dispositivos.</a:t>
            </a:r>
          </a:p>
          <a:p>
            <a:r>
              <a:rPr lang="pt-BR" sz="882" b="0" i="0" strike="noStrike" cap="none" baseline="0">
                <a:solidFill>
                  <a:srgbClr val="000000"/>
                </a:solidFill>
                <a:effectLst/>
                <a:latin typeface="Segoe UI Light"/>
                <a:ea typeface="Segoe UI Light"/>
                <a:cs typeface="Segoe UI Light"/>
              </a:rPr>
              <a:t>As pessoas usam aplicativos móveis para cada área de suas vidas, e a empresa não deve ser exceção. A maioria das soluções prontas para uso não atende às necessidades exatas dos negócios ou não se integra bem com outros programas de negócios. O Power Apps torna mais fácil para os usuários o desenvolvimento de aplicativos com uma interface simples, de forma que cada usuário de negócios ou desenvolvedor profissional possa criar aplicativos personalizados.</a:t>
            </a:r>
          </a:p>
          <a:p>
            <a:r>
              <a:rPr lang="pt-BR" sz="882" b="1" i="0" strike="noStrike" cap="none" baseline="0">
                <a:solidFill>
                  <a:srgbClr val="000000"/>
                </a:solidFill>
                <a:effectLst/>
                <a:latin typeface="Segoe UI Light"/>
                <a:ea typeface="Segoe UI Light"/>
                <a:cs typeface="Segoe UI Light"/>
              </a:rPr>
              <a:t>Microsoft Power Automate</a:t>
            </a:r>
          </a:p>
          <a:p>
            <a:r>
              <a:rPr lang="pt-BR" sz="882" b="0" i="0" strike="noStrike" cap="none" baseline="0">
                <a:solidFill>
                  <a:srgbClr val="000000"/>
                </a:solidFill>
                <a:effectLst/>
                <a:latin typeface="Segoe UI Light"/>
                <a:ea typeface="Segoe UI Light"/>
                <a:cs typeface="Segoe UI Light"/>
              </a:rPr>
              <a:t>O Power Automate permite que os usuários criem fluxos de trabalho automatizados entre aplicativos e serviços. Isso ajuda a automatizar os processos de negócios repetitivos, como comunicação, coleta de dados e aprovação de decisão. Não há necessidade de desperdiçar importantes horas produtivas redigindo o mesmo email para uma atualização semanal ou percorrer manualmente os processos de aprovação. O Power Automate pode fornecer automações não apenas para o usuário individual, mas também para a automação de processos de nível empresarial. Sua interface simples permite que usuários com todas as competências técnicas (de iniciantes a desenvolvedores experientes) automatizem tarefas de trabalho.</a:t>
            </a:r>
          </a:p>
          <a:p>
            <a:r>
              <a:rPr lang="pt-BR" sz="882" b="1" i="0" strike="noStrike" cap="none" baseline="0">
                <a:solidFill>
                  <a:srgbClr val="000000"/>
                </a:solidFill>
                <a:effectLst/>
                <a:latin typeface="Segoe UI Light"/>
                <a:ea typeface="Segoe UI Light"/>
                <a:cs typeface="Segoe UI Light"/>
              </a:rPr>
              <a:t>Microsoft Power BI</a:t>
            </a:r>
          </a:p>
          <a:p>
            <a:r>
              <a:rPr lang="pt-BR" sz="882" b="0" i="0" strike="noStrike" cap="none" baseline="0">
                <a:solidFill>
                  <a:srgbClr val="000000"/>
                </a:solidFill>
                <a:effectLst/>
                <a:latin typeface="Segoe UI Light"/>
                <a:ea typeface="Segoe UI Light"/>
                <a:cs typeface="Segoe UI Light"/>
              </a:rPr>
              <a:t>O Power BI é um serviço de análise de negócios que fornece insights para análise de dados. Ele pode compartilhar esses insights por meio das visualizações de dados que compõem relatórios e painéis para habilitar decisões rápidas e informadas. O Power BI pode ser dimensionado em uma organização e conta com segurança e governança integradas, para permitir que as empresas se dediquem mais ao uso do que ao gerenciamento dos dados. Você pode considerar o Power BI como a parte de análise e insights do Power Platform. Um painel do Power BI poderia provavelmente substituir uma reunião pendente para informar as métricas da empresa como dados de vendas, progresso em relação a metas ou desempenho de funcionários.</a:t>
            </a:r>
          </a:p>
          <a:p>
            <a:r>
              <a:rPr lang="pt-BR" sz="882" b="1" i="0" strike="noStrike" cap="none" baseline="0">
                <a:solidFill>
                  <a:srgbClr val="000000"/>
                </a:solidFill>
                <a:effectLst/>
                <a:latin typeface="Segoe UI Light"/>
                <a:ea typeface="Segoe UI Light"/>
                <a:cs typeface="Segoe UI Light"/>
              </a:rPr>
              <a:t>Microsoft Power Pages</a:t>
            </a:r>
          </a:p>
          <a:p>
            <a:r>
              <a:rPr lang="pt-BR" sz="882" b="0" i="0" strike="noStrike" cap="none" baseline="0">
                <a:solidFill>
                  <a:srgbClr val="000000"/>
                </a:solidFill>
                <a:effectLst/>
                <a:latin typeface="Segoe UI Light"/>
                <a:ea typeface="Segoe UI Light"/>
                <a:cs typeface="Segoe UI Light"/>
              </a:rPr>
              <a:t>O Microsoft Power Pages é uma plataforma de SaaS (software como serviço) segura, de nível empresarial e com pouco uso de código para criar, hospedar e administrar sites de negócios modernos voltados para o exterior. Seja você um criador low-code ou um desenvolvedor profissional, o Power Pages permite que você crie, configure e publique sites rapidamente. Esses sites funcionam perfeitamente entre navegadores e dispositivos da Web. O Power Pages fornece modelos personalizáveis avançados, uma experiência visual fluida por meio de um estúdio de design reimaginado e um hub de aprendizado integrado para criar rapidamente sites que atendam às suas necessidades de negócios exclusivas.</a:t>
            </a:r>
          </a:p>
          <a:p>
            <a:r>
              <a:rPr lang="pt-BR" sz="882" b="0" i="0" strike="noStrike" cap="none" baseline="0">
                <a:solidFill>
                  <a:srgbClr val="000000"/>
                </a:solidFill>
                <a:effectLst/>
                <a:latin typeface="Segoe UI Light"/>
                <a:ea typeface="Segoe UI Light"/>
                <a:cs typeface="Segoe UI Light"/>
              </a:rPr>
              <a:t>Com o Power Pages, você pode criar sites usando os mesmos dados de negócios compartilhados armazenados no Microsoft Dataverse. Esses são os mesmos dados que você usa para criar aplicativos, fluxos de trabalho, agentes virtuais inteligentes, relatórios e análises com outros componentes do Power Platform em sua organização.</a:t>
            </a:r>
          </a:p>
          <a:p>
            <a:r>
              <a:rPr lang="pt-BR" sz="882" b="1" i="0" strike="noStrike" cap="none" baseline="0">
                <a:solidFill>
                  <a:srgbClr val="000000"/>
                </a:solidFill>
                <a:effectLst/>
                <a:latin typeface="Segoe UI Light"/>
                <a:ea typeface="Segoe UI Light"/>
                <a:cs typeface="Segoe UI Light"/>
              </a:rPr>
              <a:t>Ferramentas de suporte</a:t>
            </a:r>
            <a:r>
              <a:rPr lang="pt-BR" sz="882" b="0" i="0" strike="noStrike" cap="none" baseline="0">
                <a:solidFill>
                  <a:srgbClr val="000000"/>
                </a:solidFill>
                <a:effectLst/>
                <a:latin typeface="Segoe UI Light"/>
                <a:ea typeface="Segoe UI Light"/>
                <a:cs typeface="Segoe UI Light"/>
              </a:rPr>
              <a:t> Além dos produtos listados, há outras ferramentas que aprimoram as soluções que você cria no Power Platform. Alguns deles são:</a:t>
            </a:r>
          </a:p>
          <a:p>
            <a:pPr marL="171450" indent="-171450">
              <a:buFont typeface="Arial" panose="020B0604020202020204" pitchFamily="34" charset="0"/>
              <a:buChar char="•"/>
            </a:pPr>
            <a:r>
              <a:rPr lang="pt-BR" sz="882" b="1" i="0" strike="noStrike" cap="none" baseline="0">
                <a:solidFill>
                  <a:srgbClr val="000000"/>
                </a:solidFill>
                <a:effectLst/>
                <a:latin typeface="Segoe UI Light"/>
                <a:ea typeface="Segoe UI Light"/>
                <a:cs typeface="Segoe UI Light"/>
              </a:rPr>
              <a:t>Microsoft Copilot Studio </a:t>
            </a:r>
            <a:r>
              <a:rPr lang="pt-BR" sz="882" b="0" i="0" strike="noStrike" cap="none" baseline="0">
                <a:solidFill>
                  <a:srgbClr val="000000"/>
                </a:solidFill>
                <a:effectLst/>
                <a:latin typeface="Segoe UI Light"/>
                <a:ea typeface="Segoe UI Light"/>
                <a:cs typeface="Segoe UI Light"/>
              </a:rPr>
              <a:t>O Microsoft Copilot Studio é uma ferramenta low-code que reúne um conjunto de funcionalidades de conversa avançadas de GPTs personalizados (Transformadores Pré-treinados generativos), para plug-ins de IA generativa a tópicos manuais, que podem ser usados para personalizar o Microsoft 365 Copilot e criar agentes autônomos.</a:t>
            </a:r>
          </a:p>
          <a:p>
            <a:pPr marL="171450" indent="-171450">
              <a:buFont typeface="Arial" panose="020B0604020202020204" pitchFamily="34" charset="0"/>
              <a:buChar char="•"/>
            </a:pPr>
            <a:r>
              <a:rPr lang="pt-BR" sz="882" b="1" i="0" strike="noStrike" cap="none" baseline="0">
                <a:solidFill>
                  <a:srgbClr val="000000"/>
                </a:solidFill>
                <a:effectLst/>
                <a:latin typeface="Segoe UI Light"/>
                <a:ea typeface="Segoe UI Light"/>
                <a:cs typeface="Segoe UI Light"/>
              </a:rPr>
              <a:t>Conectores</a:t>
            </a:r>
            <a:r>
              <a:rPr lang="pt-BR" sz="882" b="0" i="0" strike="noStrike" cap="none" baseline="0">
                <a:solidFill>
                  <a:srgbClr val="000000"/>
                </a:solidFill>
                <a:effectLst/>
                <a:latin typeface="Segoe UI Light"/>
                <a:ea typeface="Segoe UI Light"/>
                <a:cs typeface="Segoe UI Light"/>
              </a:rPr>
              <a:t> Os conectores permitem que você conecte aplicativos, dados e dispositivos na nuvem. Considere os conectores como a ponte que liga as informações aos comandos. Os conectores são utilizados pelo Power Apps, fluxo do Power Automate e pelos aplicativos lógicos. Existem mais de 1.400 conectores predefinidos para o Power Platform, habilitando todos os seus dados e ações a se conectarem de maneira coesa. Os exemplos de conectores populares incluem Salesforce, Office 365, Twitter, Dropbox, serviços do Google e muito mais.</a:t>
            </a:r>
          </a:p>
          <a:p>
            <a:pPr marL="171450" indent="-171450">
              <a:buFont typeface="Arial" panose="020B0604020202020204" pitchFamily="34" charset="0"/>
              <a:buChar char="•"/>
            </a:pPr>
            <a:r>
              <a:rPr lang="pt-BR" sz="882" b="1" i="0" strike="noStrike" cap="none" baseline="0">
                <a:solidFill>
                  <a:srgbClr val="000000"/>
                </a:solidFill>
                <a:effectLst/>
                <a:latin typeface="Segoe UI Light"/>
                <a:ea typeface="Segoe UI Light"/>
                <a:cs typeface="Segoe UI Light"/>
              </a:rPr>
              <a:t>AI Builder </a:t>
            </a:r>
            <a:r>
              <a:rPr lang="pt-BR" sz="882" b="0" i="0" strike="noStrike" cap="none" baseline="0">
                <a:solidFill>
                  <a:srgbClr val="000000"/>
                </a:solidFill>
                <a:effectLst/>
                <a:latin typeface="Segoe UI Light"/>
                <a:ea typeface="Segoe UI Light"/>
                <a:cs typeface="Segoe UI Light"/>
              </a:rPr>
              <a:t>O AI Builder permite que usuários e os desenvolvedores adicionem capacidades de IA aos fluxos de trabalho e aos Power Apps que eles criam e utilizam. O AI Builder é uma solução completa que permite adicionar facilmente inteligência a seus fluxos de trabalho ou aplicativos e prever resultados que ajudam a melhorar o desempenho comercial, sem escrever código.</a:t>
            </a:r>
          </a:p>
          <a:p>
            <a:pPr marL="171450" indent="-171450">
              <a:buFont typeface="Arial" panose="020B0604020202020204" pitchFamily="34" charset="0"/>
              <a:buChar char="•"/>
            </a:pPr>
            <a:r>
              <a:rPr lang="pt-BR" sz="882" b="1" i="0" strike="noStrike" cap="none" baseline="0">
                <a:solidFill>
                  <a:srgbClr val="000000"/>
                </a:solidFill>
                <a:effectLst/>
                <a:latin typeface="Segoe UI Light"/>
                <a:ea typeface="Segoe UI Light"/>
                <a:cs typeface="Segoe UI Light"/>
              </a:rPr>
              <a:t>Microsoft Dataverse </a:t>
            </a:r>
            <a:r>
              <a:rPr lang="pt-BR" sz="882" b="0" i="0" strike="noStrike" cap="none" baseline="0">
                <a:solidFill>
                  <a:srgbClr val="000000"/>
                </a:solidFill>
                <a:effectLst/>
                <a:latin typeface="Segoe UI Light"/>
                <a:ea typeface="Segoe UI Light"/>
                <a:cs typeface="Segoe UI Light"/>
              </a:rPr>
              <a:t>O Dataverse é um serviço de dados e uma plataforma de aplicativos escalável que permite que usuários armazenem e gerenciem dados de múltiplas fontes com segurança, além de integrá-los a aplicativos de negócios usando um modelo de dados comum para garantir a simplicidade e a consistência aos usuários. O Microsoft Dataverse é a moeda comum que permite que os componentes da Power Platform funcionem juntos. É a base que permite a consolidação, a exibição e a manipulação de dados.</a:t>
            </a:r>
          </a:p>
          <a:p>
            <a:pPr marL="171450" indent="-171450">
              <a:buFont typeface="Arial" panose="020B0604020202020204" pitchFamily="34" charset="0"/>
              <a:buChar char="•"/>
            </a:pPr>
            <a:r>
              <a:rPr lang="pt-BR" sz="882" b="1" i="0" strike="noStrike" cap="none" baseline="0">
                <a:solidFill>
                  <a:srgbClr val="000000"/>
                </a:solidFill>
                <a:effectLst/>
                <a:latin typeface="Segoe UI Light"/>
                <a:ea typeface="Segoe UI Light"/>
                <a:cs typeface="Segoe UI Light"/>
              </a:rPr>
              <a:t>Power FX </a:t>
            </a:r>
            <a:r>
              <a:rPr lang="pt-BR" sz="882" b="0" i="0" strike="noStrike" cap="none" baseline="0">
                <a:solidFill>
                  <a:srgbClr val="000000"/>
                </a:solidFill>
                <a:effectLst/>
                <a:latin typeface="Segoe UI Light"/>
                <a:ea typeface="Segoe UI Light"/>
                <a:cs typeface="Segoe UI Light"/>
              </a:rPr>
              <a:t>O Power Fx é a linguagem de programação low-code usada no Power Platform. Ele foi projetado para ser fácil de aprender e usar, aproveitando fórmulas semelhantes ao Excel para criar aplicativos.</a:t>
            </a:r>
          </a:p>
          <a:p>
            <a:pPr marL="171450" indent="-171450">
              <a:buFont typeface="Arial" panose="020B0604020202020204" pitchFamily="34" charset="0"/>
              <a:buChar char="•"/>
            </a:pPr>
            <a:r>
              <a:rPr lang="pt-BR" sz="882" b="1" i="0" strike="noStrike" cap="none" baseline="0">
                <a:solidFill>
                  <a:srgbClr val="000000"/>
                </a:solidFill>
                <a:effectLst/>
                <a:latin typeface="Segoe UI Light"/>
                <a:ea typeface="Segoe UI Light"/>
                <a:cs typeface="Segoe UI Light"/>
              </a:rPr>
              <a:t>Ambientes gerenciados </a:t>
            </a:r>
            <a:r>
              <a:rPr lang="pt-BR" sz="882" b="0" i="0" strike="noStrike" cap="none" baseline="0">
                <a:solidFill>
                  <a:srgbClr val="000000"/>
                </a:solidFill>
                <a:effectLst/>
                <a:latin typeface="Segoe UI Light"/>
                <a:ea typeface="Segoe UI Light"/>
                <a:cs typeface="Segoe UI Light"/>
              </a:rPr>
              <a:t>Ambientes gerenciados são ambientes selecionados, seguros e isolados no Power Platform. Os Ambientes Gerenciados permitem que as organizações criem, testem e implantem aplicativos, mantendo o controle sobre dados e recursos.</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pt-BR"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os direitos reservados. A MICROSOFT NÃO OFERECE GARANTIAS, CONTRATUAIS, LEGAIS OU ESTATUTÁRIAS, EM RELAÇÃO ÀS INFORMAÇÕES CONTIDAS NESTA APRESENTAÇÃO.</a:t>
            </a:r>
          </a:p>
        </p:txBody>
      </p:sp>
      <p:sp>
        <p:nvSpPr>
          <p:cNvPr id="6" name="Date Placeholder 5"/>
          <p:cNvSpPr>
            <a:spLocks noGrp="1"/>
          </p:cNvSpPr>
          <p:nvPr>
            <p:ph type="dt" idx="10"/>
          </p:nvPr>
        </p:nvSpPr>
        <p:spPr/>
        <p:txBody>
          <a:bodyPr/>
          <a:lstStyle/>
          <a:p>
            <a:fld id="{61335D45-9F57-483D-B7C3-4879BEF06079}" type="datetime8">
              <a:rPr lang="en-US" smtClean="0"/>
              <a:t>5/21/2026 7:02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4</a:t>
            </a:fld>
            <a:endParaRPr lang="en-US"/>
          </a:p>
        </p:txBody>
      </p:sp>
    </p:spTree>
    <p:extLst>
      <p:ext uri="{BB962C8B-B14F-4D97-AF65-F5344CB8AC3E}">
        <p14:creationId xmlns:p14="http://schemas.microsoft.com/office/powerpoint/2010/main" val="3130447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algn="l"/>
            <a:r>
              <a:rPr lang="pt-BR" sz="882" b="0" i="0" strike="noStrike" cap="none" baseline="0">
                <a:solidFill>
                  <a:srgbClr val="161616"/>
                </a:solidFill>
                <a:effectLst/>
                <a:latin typeface="Segoe UI"/>
                <a:ea typeface="Segoe UI"/>
                <a:cs typeface="Segoe UI"/>
              </a:rPr>
              <a:t>O Power Automate é um serviço de fluxo de trabalho online que automatiza ações entre os aplicativos e serviços mais comuns. Por exemplo, você pode criar um fluxo que posta uma mensagem em um canal do Microsoft Teams sempre que um problema é aberto no Jira ou em sua ferramenta de planejamento favorita. Esses tipos de integrações podem ajudar as várias ferramentas que você usa no dia a dia a trabalhar melhor juntas.</a:t>
            </a:r>
          </a:p>
          <a:p>
            <a:pPr algn="l"/>
            <a:endParaRPr lang="en-GB" b="0" i="0">
              <a:solidFill>
                <a:srgbClr val="161616"/>
              </a:solidFill>
              <a:effectLst/>
              <a:latin typeface="Segoe UI" panose="020B0502040204020203" pitchFamily="34" charset="0"/>
            </a:endParaRPr>
          </a:p>
          <a:p>
            <a:pPr algn="l"/>
            <a:r>
              <a:rPr lang="pt-BR" sz="882" b="0" i="0" strike="noStrike" cap="none" baseline="0">
                <a:solidFill>
                  <a:srgbClr val="161616"/>
                </a:solidFill>
                <a:effectLst/>
                <a:latin typeface="Segoe UI"/>
                <a:ea typeface="Segoe UI"/>
                <a:cs typeface="Segoe UI"/>
              </a:rPr>
              <a:t>Quando você se inscreve, pode se conectar a centenas de serviços e gerenciar dados na nuvem ou em fontes locais, como SharePoint e Microsoft SQL Server. A lista de aplicativos que você pode usar com o Power Automate cresce constantemente.</a:t>
            </a:r>
          </a:p>
        </p:txBody>
      </p:sp>
      <p:sp>
        <p:nvSpPr>
          <p:cNvPr id="4" name="Slide Number Placeholder 3"/>
          <p:cNvSpPr>
            <a:spLocks noGrp="1"/>
          </p:cNvSpPr>
          <p:nvPr>
            <p:ph type="sldNum" sz="quarter" idx="10"/>
          </p:nvPr>
        </p:nvSpPr>
        <p:spPr/>
        <p:txBody>
          <a:bodyPr/>
          <a:lstStyle/>
          <a:p>
            <a:fld id="{6101C5E1-D8E9-464D-A93E-CE21651935A7}" type="slidenum">
              <a:rPr lang="en-US" smtClean="0"/>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260D-3AD2-B05B-4396-2F0BCA363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84A719-41EA-6B97-20F4-1D01F89F179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8C3F39B-812B-BCC2-B59C-6913E9B389D6}"/>
              </a:ext>
            </a:extLst>
          </p:cNvPr>
          <p:cNvSpPr>
            <a:spLocks noGrp="1"/>
          </p:cNvSpPr>
          <p:nvPr>
            <p:ph type="body" idx="1"/>
          </p:nvPr>
        </p:nvSpPr>
        <p:spPr/>
        <p:txBody>
          <a:bodyPr>
            <a:normAutofit/>
          </a:bodyPr>
          <a:lstStyle/>
          <a:p>
            <a:pPr algn="l"/>
            <a:r>
              <a:rPr lang="pt-BR" sz="882" b="0" i="0" strike="noStrike" cap="none" baseline="0">
                <a:solidFill>
                  <a:srgbClr val="161616"/>
                </a:solidFill>
                <a:effectLst/>
                <a:latin typeface="Segoe UI"/>
                <a:ea typeface="Segoe UI"/>
                <a:cs typeface="Segoe UI"/>
              </a:rPr>
              <a:t>O Power Automate é um serviço de fluxo de trabalho online que automatiza ações entre os aplicativos e serviços mais comuns. Por exemplo, você pode criar um fluxo que posta uma mensagem em um canal do Microsoft Teams sempre que um problema é aberto no Jira ou em sua ferramenta de planejamento favorita. Esses tipos de integrações podem ajudar as várias ferramentas que você usa no dia a dia a trabalhar melhor juntas.</a:t>
            </a:r>
          </a:p>
          <a:p>
            <a:pPr algn="l"/>
            <a:endParaRPr lang="en-GB" b="0" i="0">
              <a:solidFill>
                <a:srgbClr val="161616"/>
              </a:solidFill>
              <a:effectLst/>
              <a:latin typeface="Segoe UI" panose="020B0502040204020203" pitchFamily="34" charset="0"/>
            </a:endParaRPr>
          </a:p>
          <a:p>
            <a:pPr algn="l"/>
            <a:r>
              <a:rPr lang="pt-BR" sz="882" b="0" i="0" strike="noStrike" cap="none" baseline="0">
                <a:solidFill>
                  <a:srgbClr val="161616"/>
                </a:solidFill>
                <a:effectLst/>
                <a:latin typeface="Segoe UI"/>
                <a:ea typeface="Segoe UI"/>
                <a:cs typeface="Segoe UI"/>
              </a:rPr>
              <a:t>Quando você se inscreve, pode se conectar a centenas de serviços e gerenciar dados na nuvem ou em fontes locais, como SharePoint e Microsoft SQL Server. A lista de aplicativos que você pode usar com o Power Automate cresce constantemente.</a:t>
            </a:r>
          </a:p>
        </p:txBody>
      </p:sp>
      <p:sp>
        <p:nvSpPr>
          <p:cNvPr id="4" name="Slide Number Placeholder 3">
            <a:extLst>
              <a:ext uri="{FF2B5EF4-FFF2-40B4-BE49-F238E27FC236}">
                <a16:creationId xmlns:a16="http://schemas.microsoft.com/office/drawing/2014/main" id="{777C86C8-ECE4-8150-7120-19D035BCD2B6}"/>
              </a:ext>
            </a:extLst>
          </p:cNvPr>
          <p:cNvSpPr>
            <a:spLocks noGrp="1"/>
          </p:cNvSpPr>
          <p:nvPr>
            <p:ph type="sldNum" sz="quarter" idx="10"/>
          </p:nvPr>
        </p:nvSpPr>
        <p:spPr/>
        <p:txBody>
          <a:bodyPr/>
          <a:lstStyle/>
          <a:p>
            <a:fld id="{6101C5E1-D8E9-464D-A93E-CE21651935A7}" type="slidenum">
              <a:rPr lang="en-US" smtClean="0"/>
              <a:t>8</a:t>
            </a:fld>
            <a:endParaRPr lang="en-US"/>
          </a:p>
        </p:txBody>
      </p:sp>
    </p:spTree>
    <p:extLst>
      <p:ext uri="{BB962C8B-B14F-4D97-AF65-F5344CB8AC3E}">
        <p14:creationId xmlns:p14="http://schemas.microsoft.com/office/powerpoint/2010/main" val="3210899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CC3A1-D827-2393-F7D4-61016BD926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A67E37-8B3E-4DE2-2EEF-CE3E6A6042B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2E95472-9D26-7161-F127-D2EB7639752C}"/>
              </a:ext>
            </a:extLst>
          </p:cNvPr>
          <p:cNvSpPr>
            <a:spLocks noGrp="1"/>
          </p:cNvSpPr>
          <p:nvPr>
            <p:ph type="body" idx="1"/>
          </p:nvPr>
        </p:nvSpPr>
        <p:spPr/>
        <p:txBody>
          <a:bodyPr>
            <a:normAutofit/>
          </a:bodyPr>
          <a:lstStyle/>
          <a:p>
            <a:pPr algn="l"/>
            <a:r>
              <a:rPr lang="pt-BR" sz="882" b="0" i="0" strike="noStrike" cap="none" baseline="0">
                <a:solidFill>
                  <a:srgbClr val="161616"/>
                </a:solidFill>
                <a:effectLst/>
                <a:latin typeface="Segoe UI"/>
                <a:ea typeface="Segoe UI"/>
                <a:cs typeface="Segoe UI"/>
              </a:rPr>
              <a:t>O Power Automate é um serviço de fluxo de trabalho online que automatiza ações entre os aplicativos e serviços mais comuns. Por exemplo, você pode criar um fluxo que posta uma mensagem em um canal do Microsoft Teams sempre que um problema é aberto no Jira ou em sua ferramenta de planejamento favorita. Esses tipos de integrações podem ajudar as várias ferramentas que você usa no dia a dia a trabalhar melhor juntas.</a:t>
            </a:r>
          </a:p>
          <a:p>
            <a:pPr algn="l"/>
            <a:endParaRPr lang="en-GB" b="0" i="0">
              <a:solidFill>
                <a:srgbClr val="161616"/>
              </a:solidFill>
              <a:effectLst/>
              <a:latin typeface="Segoe UI" panose="020B0502040204020203" pitchFamily="34" charset="0"/>
            </a:endParaRPr>
          </a:p>
          <a:p>
            <a:pPr algn="l"/>
            <a:r>
              <a:rPr lang="pt-BR" sz="882" b="0" i="0" strike="noStrike" cap="none" baseline="0">
                <a:solidFill>
                  <a:srgbClr val="161616"/>
                </a:solidFill>
                <a:effectLst/>
                <a:latin typeface="Segoe UI"/>
                <a:ea typeface="Segoe UI"/>
                <a:cs typeface="Segoe UI"/>
              </a:rPr>
              <a:t>Quando você se inscreve, pode se conectar a centenas de serviços e gerenciar dados na nuvem ou em fontes locais, como SharePoint e Microsoft SQL Server. A lista de aplicativos que você pode usar com o Power Automate cresce constantemente.</a:t>
            </a:r>
          </a:p>
        </p:txBody>
      </p:sp>
      <p:sp>
        <p:nvSpPr>
          <p:cNvPr id="4" name="Slide Number Placeholder 3">
            <a:extLst>
              <a:ext uri="{FF2B5EF4-FFF2-40B4-BE49-F238E27FC236}">
                <a16:creationId xmlns:a16="http://schemas.microsoft.com/office/drawing/2014/main" id="{4A662DEC-3564-6C6C-EBA7-C1E42D0A5DF5}"/>
              </a:ext>
            </a:extLst>
          </p:cNvPr>
          <p:cNvSpPr>
            <a:spLocks noGrp="1"/>
          </p:cNvSpPr>
          <p:nvPr>
            <p:ph type="sldNum" sz="quarter" idx="10"/>
          </p:nvPr>
        </p:nvSpPr>
        <p:spPr/>
        <p:txBody>
          <a:bodyPr/>
          <a:lstStyle/>
          <a:p>
            <a:fld id="{6101C5E1-D8E9-464D-A93E-CE21651935A7}" type="slidenum">
              <a:rPr lang="en-US" smtClean="0"/>
              <a:t>9</a:t>
            </a:fld>
            <a:endParaRPr lang="en-US"/>
          </a:p>
        </p:txBody>
      </p:sp>
    </p:spTree>
    <p:extLst>
      <p:ext uri="{BB962C8B-B14F-4D97-AF65-F5344CB8AC3E}">
        <p14:creationId xmlns:p14="http://schemas.microsoft.com/office/powerpoint/2010/main" val="567758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1BEC9-157D-B85E-61B6-243CAE9B2C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7C1B5E-E48D-023D-427A-D757C96DFC6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EBE584B-8065-B97D-C0B9-7A1BE45808F6}"/>
              </a:ext>
            </a:extLst>
          </p:cNvPr>
          <p:cNvSpPr>
            <a:spLocks noGrp="1"/>
          </p:cNvSpPr>
          <p:nvPr>
            <p:ph type="body" idx="1"/>
          </p:nvPr>
        </p:nvSpPr>
        <p:spPr/>
        <p:txBody>
          <a:bodyPr>
            <a:normAutofit/>
          </a:bodyPr>
          <a:lstStyle/>
          <a:p>
            <a:pPr algn="l"/>
            <a:r>
              <a:rPr lang="pt-BR" sz="882" b="0" i="0" strike="noStrike" cap="none" baseline="0">
                <a:solidFill>
                  <a:srgbClr val="161616"/>
                </a:solidFill>
                <a:effectLst/>
                <a:latin typeface="Segoe UI"/>
                <a:ea typeface="Segoe UI"/>
                <a:cs typeface="Segoe UI"/>
              </a:rPr>
              <a:t>O Power Automate é um serviço de fluxo de trabalho online que automatiza ações entre os aplicativos e serviços mais comuns. Por exemplo, você pode criar um fluxo que posta uma mensagem em um canal do Microsoft Teams sempre que um problema é aberto no Jira ou em sua ferramenta de planejamento favorita. Esses tipos de integrações podem ajudar as várias ferramentas que você usa no dia a dia a trabalhar melhor juntas.</a:t>
            </a:r>
          </a:p>
          <a:p>
            <a:pPr algn="l"/>
            <a:endParaRPr lang="en-GB" b="0" i="0">
              <a:solidFill>
                <a:srgbClr val="161616"/>
              </a:solidFill>
              <a:effectLst/>
              <a:latin typeface="Segoe UI" panose="020B0502040204020203" pitchFamily="34" charset="0"/>
            </a:endParaRPr>
          </a:p>
          <a:p>
            <a:pPr algn="l"/>
            <a:r>
              <a:rPr lang="pt-BR" sz="882" b="0" i="0" strike="noStrike" cap="none" baseline="0">
                <a:solidFill>
                  <a:srgbClr val="161616"/>
                </a:solidFill>
                <a:effectLst/>
                <a:latin typeface="Segoe UI"/>
                <a:ea typeface="Segoe UI"/>
                <a:cs typeface="Segoe UI"/>
              </a:rPr>
              <a:t>Quando você se inscreve, pode se conectar a centenas de serviços e gerenciar dados na nuvem ou em fontes locais, como SharePoint e Microsoft SQL Server. A lista de aplicativos que você pode usar com o Power Automate cresce constantemente.</a:t>
            </a:r>
          </a:p>
        </p:txBody>
      </p:sp>
      <p:sp>
        <p:nvSpPr>
          <p:cNvPr id="4" name="Slide Number Placeholder 3">
            <a:extLst>
              <a:ext uri="{FF2B5EF4-FFF2-40B4-BE49-F238E27FC236}">
                <a16:creationId xmlns:a16="http://schemas.microsoft.com/office/drawing/2014/main" id="{57AC4FBF-A487-8939-EFFC-59A69B43E394}"/>
              </a:ext>
            </a:extLst>
          </p:cNvPr>
          <p:cNvSpPr>
            <a:spLocks noGrp="1"/>
          </p:cNvSpPr>
          <p:nvPr>
            <p:ph type="sldNum" sz="quarter" idx="10"/>
          </p:nvPr>
        </p:nvSpPr>
        <p:spPr/>
        <p:txBody>
          <a:bodyPr/>
          <a:lstStyle/>
          <a:p>
            <a:fld id="{6101C5E1-D8E9-464D-A93E-CE21651935A7}" type="slidenum">
              <a:rPr lang="en-US" smtClean="0"/>
              <a:t>10</a:t>
            </a:fld>
            <a:endParaRPr lang="en-US"/>
          </a:p>
        </p:txBody>
      </p:sp>
    </p:spTree>
    <p:extLst>
      <p:ext uri="{BB962C8B-B14F-4D97-AF65-F5344CB8AC3E}">
        <p14:creationId xmlns:p14="http://schemas.microsoft.com/office/powerpoint/2010/main" val="2154674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49991-986C-3397-75AE-2EB10F7DC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FBC062-87F3-AEFA-6FA4-0790FA6B023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38BFDEC-5554-EDAF-3AE6-8DDD31AFF140}"/>
              </a:ext>
            </a:extLst>
          </p:cNvPr>
          <p:cNvSpPr>
            <a:spLocks noGrp="1"/>
          </p:cNvSpPr>
          <p:nvPr>
            <p:ph type="body" idx="1"/>
          </p:nvPr>
        </p:nvSpPr>
        <p:spPr/>
        <p:txBody>
          <a:bodyPr>
            <a:normAutofit/>
          </a:bodyPr>
          <a:lstStyle/>
          <a:p>
            <a:pPr algn="l"/>
            <a:r>
              <a:rPr lang="pt-BR" sz="882" b="0" i="0" strike="noStrike" cap="none" baseline="0">
                <a:solidFill>
                  <a:srgbClr val="161616"/>
                </a:solidFill>
                <a:effectLst/>
                <a:latin typeface="Segoe UI"/>
                <a:ea typeface="Segoe UI"/>
                <a:cs typeface="Segoe UI"/>
              </a:rPr>
              <a:t>O Power Automate é um serviço de fluxo de trabalho online que automatiza ações entre os aplicativos e serviços mais comuns. Por exemplo, você pode criar um fluxo que posta uma mensagem em um canal do Microsoft Teams sempre que um problema é aberto no Jira ou em sua ferramenta de planejamento favorita. Esses tipos de integrações podem ajudar as várias ferramentas que você usa no dia a dia a trabalhar melhor juntas.</a:t>
            </a:r>
          </a:p>
          <a:p>
            <a:pPr algn="l"/>
            <a:endParaRPr lang="en-GB" b="0" i="0">
              <a:solidFill>
                <a:srgbClr val="161616"/>
              </a:solidFill>
              <a:effectLst/>
              <a:latin typeface="Segoe UI" panose="020B0502040204020203" pitchFamily="34" charset="0"/>
            </a:endParaRPr>
          </a:p>
          <a:p>
            <a:pPr algn="l"/>
            <a:r>
              <a:rPr lang="pt-BR" sz="882" b="0" i="0" strike="noStrike" cap="none" baseline="0">
                <a:solidFill>
                  <a:srgbClr val="161616"/>
                </a:solidFill>
                <a:effectLst/>
                <a:latin typeface="Segoe UI"/>
                <a:ea typeface="Segoe UI"/>
                <a:cs typeface="Segoe UI"/>
              </a:rPr>
              <a:t>Quando você se inscreve, pode se conectar a centenas de serviços e gerenciar dados na nuvem ou em fontes locais, como SharePoint e Microsoft SQL Server. A lista de aplicativos que você pode usar com o Power Automate cresce constantemente.</a:t>
            </a:r>
          </a:p>
        </p:txBody>
      </p:sp>
      <p:sp>
        <p:nvSpPr>
          <p:cNvPr id="4" name="Slide Number Placeholder 3">
            <a:extLst>
              <a:ext uri="{FF2B5EF4-FFF2-40B4-BE49-F238E27FC236}">
                <a16:creationId xmlns:a16="http://schemas.microsoft.com/office/drawing/2014/main" id="{6CF41CD3-F134-FFF6-262C-70CC4DDB0A0F}"/>
              </a:ext>
            </a:extLst>
          </p:cNvPr>
          <p:cNvSpPr>
            <a:spLocks noGrp="1"/>
          </p:cNvSpPr>
          <p:nvPr>
            <p:ph type="sldNum" sz="quarter" idx="10"/>
          </p:nvPr>
        </p:nvSpPr>
        <p:spPr/>
        <p:txBody>
          <a:bodyPr/>
          <a:lstStyle/>
          <a:p>
            <a:fld id="{6101C5E1-D8E9-464D-A93E-CE21651935A7}" type="slidenum">
              <a:rPr lang="en-US" smtClean="0"/>
              <a:t>11</a:t>
            </a:fld>
            <a:endParaRPr lang="en-US"/>
          </a:p>
        </p:txBody>
      </p:sp>
    </p:spTree>
    <p:extLst>
      <p:ext uri="{BB962C8B-B14F-4D97-AF65-F5344CB8AC3E}">
        <p14:creationId xmlns:p14="http://schemas.microsoft.com/office/powerpoint/2010/main" val="809263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34B52-5BA0-916A-DA14-F4598A447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A4128-4A34-06C6-888B-B836398BC81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4F8DE89-4746-897B-F1A6-8C71C4B6D541}"/>
              </a:ext>
            </a:extLst>
          </p:cNvPr>
          <p:cNvSpPr>
            <a:spLocks noGrp="1"/>
          </p:cNvSpPr>
          <p:nvPr>
            <p:ph type="body" idx="1"/>
          </p:nvPr>
        </p:nvSpPr>
        <p:spPr/>
        <p:txBody>
          <a:bodyPr>
            <a:normAutofit/>
          </a:bodyPr>
          <a:lstStyle/>
          <a:p>
            <a:pPr algn="l"/>
            <a:r>
              <a:rPr lang="pt-BR" sz="882" b="0" i="0" strike="noStrike" cap="none" baseline="0">
                <a:solidFill>
                  <a:srgbClr val="161616"/>
                </a:solidFill>
                <a:effectLst/>
                <a:latin typeface="Segoe UI"/>
                <a:ea typeface="Segoe UI"/>
                <a:cs typeface="Segoe UI"/>
              </a:rPr>
              <a:t>O Power Automate é um serviço de fluxo de trabalho online que automatiza ações entre os aplicativos e serviços mais comuns. Por exemplo, você pode criar um fluxo que posta uma mensagem em um canal do Microsoft Teams sempre que um problema é aberto no Jira ou em sua ferramenta de planejamento favorita. Esses tipos de integrações podem ajudar as várias ferramentas que você usa no dia a dia a trabalhar melhor juntas.</a:t>
            </a:r>
          </a:p>
          <a:p>
            <a:pPr algn="l"/>
            <a:endParaRPr lang="en-GB" b="0" i="0">
              <a:solidFill>
                <a:srgbClr val="161616"/>
              </a:solidFill>
              <a:effectLst/>
              <a:latin typeface="Segoe UI" panose="020B0502040204020203" pitchFamily="34" charset="0"/>
            </a:endParaRPr>
          </a:p>
          <a:p>
            <a:pPr algn="l"/>
            <a:r>
              <a:rPr lang="pt-BR" sz="882" b="0" i="0" strike="noStrike" cap="none" baseline="0">
                <a:solidFill>
                  <a:srgbClr val="161616"/>
                </a:solidFill>
                <a:effectLst/>
                <a:latin typeface="Segoe UI"/>
                <a:ea typeface="Segoe UI"/>
                <a:cs typeface="Segoe UI"/>
              </a:rPr>
              <a:t>Quando você se inscreve, pode se conectar a centenas de serviços e gerenciar dados na nuvem ou em fontes locais, como SharePoint e Microsoft SQL Server. A lista de aplicativos que você pode usar com o Power Automate cresce constantemente.</a:t>
            </a:r>
          </a:p>
        </p:txBody>
      </p:sp>
      <p:sp>
        <p:nvSpPr>
          <p:cNvPr id="4" name="Slide Number Placeholder 3">
            <a:extLst>
              <a:ext uri="{FF2B5EF4-FFF2-40B4-BE49-F238E27FC236}">
                <a16:creationId xmlns:a16="http://schemas.microsoft.com/office/drawing/2014/main" id="{CA57AE92-867E-BD19-BA6E-48A5DECC25C5}"/>
              </a:ext>
            </a:extLst>
          </p:cNvPr>
          <p:cNvSpPr>
            <a:spLocks noGrp="1"/>
          </p:cNvSpPr>
          <p:nvPr>
            <p:ph type="sldNum" sz="quarter" idx="10"/>
          </p:nvPr>
        </p:nvSpPr>
        <p:spPr/>
        <p:txBody>
          <a:bodyPr/>
          <a:lstStyle/>
          <a:p>
            <a:fld id="{6101C5E1-D8E9-464D-A93E-CE21651935A7}" type="slidenum">
              <a:rPr lang="en-US" smtClean="0"/>
              <a:t>12</a:t>
            </a:fld>
            <a:endParaRPr lang="en-US"/>
          </a:p>
        </p:txBody>
      </p:sp>
    </p:spTree>
    <p:extLst>
      <p:ext uri="{BB962C8B-B14F-4D97-AF65-F5344CB8AC3E}">
        <p14:creationId xmlns:p14="http://schemas.microsoft.com/office/powerpoint/2010/main" val="5519941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Ouverture style 1">
    <p:bg>
      <p:bgPr>
        <a:solidFill>
          <a:schemeClr val="tx2"/>
        </a:solidFill>
        <a:effectLst/>
      </p:bgPr>
    </p:bg>
    <p:spTree>
      <p:nvGrpSpPr>
        <p:cNvPr id="1" name=""/>
        <p:cNvGrpSpPr/>
        <p:nvPr/>
      </p:nvGrpSpPr>
      <p:grpSpPr>
        <a:xfrm>
          <a:off x="0" y="0"/>
          <a:ext cx="0" cy="0"/>
          <a:chOff x="0" y="0"/>
          <a:chExt cx="0" cy="0"/>
        </a:xfrm>
      </p:grpSpPr>
      <p:pic>
        <p:nvPicPr>
          <p:cNvPr id="7" name="Image 6" descr="Une image contenant horloge, extérieur, jauge, objet&#10;&#10;Description générée automatiquement">
            <a:extLst>
              <a:ext uri="{FF2B5EF4-FFF2-40B4-BE49-F238E27FC236}">
                <a16:creationId xmlns:a16="http://schemas.microsoft.com/office/drawing/2014/main" id="{D2899A9A-E891-4FF3-9081-871183C37B9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58099" y="0"/>
            <a:ext cx="6994625" cy="6994525"/>
          </a:xfrm>
          <a:prstGeom prst="rect">
            <a:avLst/>
          </a:prstGeom>
        </p:spPr>
      </p:pic>
      <p:sp>
        <p:nvSpPr>
          <p:cNvPr id="9" name="Espace réservé du pied de page 4">
            <a:extLst>
              <a:ext uri="{FF2B5EF4-FFF2-40B4-BE49-F238E27FC236}">
                <a16:creationId xmlns:a16="http://schemas.microsoft.com/office/drawing/2014/main" id="{2645F484-5DF1-495F-B15E-E90DB0CE1004}"/>
              </a:ext>
            </a:extLst>
          </p:cNvPr>
          <p:cNvSpPr>
            <a:spLocks noGrp="1"/>
          </p:cNvSpPr>
          <p:nvPr>
            <p:ph type="ftr" sz="quarter" idx="11"/>
          </p:nvPr>
        </p:nvSpPr>
        <p:spPr>
          <a:xfrm>
            <a:off x="1675627" y="6289750"/>
            <a:ext cx="6682528" cy="188342"/>
          </a:xfrm>
        </p:spPr>
        <p:txBody>
          <a:bodyPr/>
          <a:lstStyle>
            <a:lvl1pPr>
              <a:defRPr sz="1224"/>
            </a:lvl1pPr>
          </a:lstStyle>
          <a:p>
            <a:r>
              <a:rPr lang="en-US" noProof="0"/>
              <a:t>Course Name  |  Version</a:t>
            </a:r>
            <a:endParaRPr lang="en-US" noProof="0" dirty="0"/>
          </a:p>
        </p:txBody>
      </p:sp>
      <p:sp>
        <p:nvSpPr>
          <p:cNvPr id="10" name="Titre 1">
            <a:extLst>
              <a:ext uri="{FF2B5EF4-FFF2-40B4-BE49-F238E27FC236}">
                <a16:creationId xmlns:a16="http://schemas.microsoft.com/office/drawing/2014/main" id="{9B2C1DE2-DD39-45F6-9942-AB0500F15E4E}"/>
              </a:ext>
            </a:extLst>
          </p:cNvPr>
          <p:cNvSpPr>
            <a:spLocks noGrp="1"/>
          </p:cNvSpPr>
          <p:nvPr>
            <p:ph type="ctrTitle" hasCustomPrompt="1"/>
          </p:nvPr>
        </p:nvSpPr>
        <p:spPr>
          <a:xfrm>
            <a:off x="1675627" y="1673125"/>
            <a:ext cx="7552962" cy="2156387"/>
          </a:xfrm>
        </p:spPr>
        <p:txBody>
          <a:bodyPr anchor="b"/>
          <a:lstStyle>
            <a:lvl1pPr algn="l">
              <a:lnSpc>
                <a:spcPct val="110000"/>
              </a:lnSpc>
              <a:defRPr sz="6629">
                <a:solidFill>
                  <a:schemeClr val="bg1"/>
                </a:solidFill>
              </a:defRPr>
            </a:lvl1pPr>
          </a:lstStyle>
          <a:p>
            <a:r>
              <a:rPr lang="en-US" noProof="0"/>
              <a:t>Click to change the title</a:t>
            </a:r>
          </a:p>
        </p:txBody>
      </p:sp>
      <p:sp>
        <p:nvSpPr>
          <p:cNvPr id="11" name="Sous-titre 2">
            <a:extLst>
              <a:ext uri="{FF2B5EF4-FFF2-40B4-BE49-F238E27FC236}">
                <a16:creationId xmlns:a16="http://schemas.microsoft.com/office/drawing/2014/main" id="{5234CA5E-74AF-4EC2-B2E8-B453607CDE62}"/>
              </a:ext>
            </a:extLst>
          </p:cNvPr>
          <p:cNvSpPr>
            <a:spLocks noGrp="1"/>
          </p:cNvSpPr>
          <p:nvPr>
            <p:ph type="subTitle" idx="1" hasCustomPrompt="1"/>
          </p:nvPr>
        </p:nvSpPr>
        <p:spPr>
          <a:xfrm>
            <a:off x="1675626" y="4231678"/>
            <a:ext cx="7552963" cy="477330"/>
          </a:xfrm>
        </p:spPr>
        <p:txBody>
          <a:bodyPr/>
          <a:lstStyle>
            <a:lvl1pPr marL="0" indent="0" algn="l">
              <a:lnSpc>
                <a:spcPct val="110000"/>
              </a:lnSpc>
              <a:buNone/>
              <a:defRPr sz="3060">
                <a:solidFill>
                  <a:schemeClr val="bg1"/>
                </a:solidFill>
              </a:defRPr>
            </a:lvl1pPr>
            <a:lvl2pPr marL="466298" indent="0" algn="ctr">
              <a:buNone/>
              <a:defRPr sz="2040"/>
            </a:lvl2pPr>
            <a:lvl3pPr marL="932597" indent="0" algn="ctr">
              <a:buNone/>
              <a:defRPr sz="1836"/>
            </a:lvl3pPr>
            <a:lvl4pPr marL="1398895" indent="0" algn="ctr">
              <a:buNone/>
              <a:defRPr sz="1632"/>
            </a:lvl4pPr>
            <a:lvl5pPr marL="1865193" indent="0" algn="ctr">
              <a:buNone/>
              <a:defRPr sz="1632"/>
            </a:lvl5pPr>
            <a:lvl6pPr marL="2331491" indent="0" algn="ctr">
              <a:buNone/>
              <a:defRPr sz="1632"/>
            </a:lvl6pPr>
            <a:lvl7pPr marL="2797790" indent="0" algn="ctr">
              <a:buNone/>
              <a:defRPr sz="1632"/>
            </a:lvl7pPr>
            <a:lvl8pPr marL="3264088" indent="0" algn="ctr">
              <a:buNone/>
              <a:defRPr sz="1632"/>
            </a:lvl8pPr>
            <a:lvl9pPr marL="3730386" indent="0" algn="ctr">
              <a:buNone/>
              <a:defRPr sz="1632"/>
            </a:lvl9pPr>
          </a:lstStyle>
          <a:p>
            <a:r>
              <a:rPr lang="en-US" noProof="0" dirty="0"/>
              <a:t>Click to change the subtitle</a:t>
            </a:r>
          </a:p>
        </p:txBody>
      </p:sp>
      <p:pic>
        <p:nvPicPr>
          <p:cNvPr id="2" name="Gráfico 1">
            <a:extLst>
              <a:ext uri="{FF2B5EF4-FFF2-40B4-BE49-F238E27FC236}">
                <a16:creationId xmlns:a16="http://schemas.microsoft.com/office/drawing/2014/main" id="{65948B24-A5EC-3740-C828-0B6EF41F15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08261" y="6206505"/>
            <a:ext cx="2829499" cy="384380"/>
          </a:xfrm>
          <a:prstGeom prst="rect">
            <a:avLst/>
          </a:prstGeom>
        </p:spPr>
      </p:pic>
    </p:spTree>
    <p:extLst>
      <p:ext uri="{BB962C8B-B14F-4D97-AF65-F5344CB8AC3E}">
        <p14:creationId xmlns:p14="http://schemas.microsoft.com/office/powerpoint/2010/main" val="1202342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able of contents">
    <p:spTree>
      <p:nvGrpSpPr>
        <p:cNvPr id="1" name=""/>
        <p:cNvGrpSpPr/>
        <p:nvPr/>
      </p:nvGrpSpPr>
      <p:grpSpPr>
        <a:xfrm>
          <a:off x="0" y="0"/>
          <a:ext cx="0" cy="0"/>
          <a:chOff x="0" y="0"/>
          <a:chExt cx="0" cy="0"/>
        </a:xfrm>
      </p:grpSpPr>
      <p:sp>
        <p:nvSpPr>
          <p:cNvPr id="10" name="ZoneTexte 9"/>
          <p:cNvSpPr txBox="1"/>
          <p:nvPr/>
        </p:nvSpPr>
        <p:spPr>
          <a:xfrm>
            <a:off x="2575905" y="486160"/>
            <a:ext cx="3684242" cy="941668"/>
          </a:xfrm>
          <a:prstGeom prst="rect">
            <a:avLst/>
          </a:prstGeom>
          <a:noFill/>
        </p:spPr>
        <p:txBody>
          <a:bodyPr wrap="none" lIns="36717" tIns="0" rIns="36717" bIns="0" rtlCol="0">
            <a:spAutoFit/>
          </a:bodyPr>
          <a:lstStyle/>
          <a:p>
            <a:r>
              <a:rPr lang="en-GB" sz="6119" b="1" noProof="0" dirty="0" err="1">
                <a:solidFill>
                  <a:schemeClr val="tx1"/>
                </a:solidFill>
              </a:rPr>
              <a:t>Conteúdo</a:t>
            </a:r>
            <a:endParaRPr lang="en-GB" sz="6119" b="1" noProof="0" dirty="0">
              <a:solidFill>
                <a:schemeClr val="tx1"/>
              </a:solidFill>
            </a:endParaRPr>
          </a:p>
        </p:txBody>
      </p:sp>
      <p:sp>
        <p:nvSpPr>
          <p:cNvPr id="9" name="object 4"/>
          <p:cNvSpPr/>
          <p:nvPr/>
        </p:nvSpPr>
        <p:spPr>
          <a:xfrm>
            <a:off x="437" y="1427872"/>
            <a:ext cx="12434015" cy="5566211"/>
          </a:xfrm>
          <a:custGeom>
            <a:avLst/>
            <a:gdLst/>
            <a:ahLst/>
            <a:cxnLst/>
            <a:rect l="l" t="t" r="r" b="b"/>
            <a:pathLst>
              <a:path w="20104100" h="9172575">
                <a:moveTo>
                  <a:pt x="0" y="9172495"/>
                </a:moveTo>
                <a:lnTo>
                  <a:pt x="20104099" y="9172495"/>
                </a:lnTo>
                <a:lnTo>
                  <a:pt x="20104099" y="0"/>
                </a:lnTo>
                <a:lnTo>
                  <a:pt x="0" y="0"/>
                </a:lnTo>
                <a:lnTo>
                  <a:pt x="0" y="9172495"/>
                </a:lnTo>
                <a:close/>
              </a:path>
            </a:pathLst>
          </a:custGeom>
          <a:solidFill>
            <a:schemeClr val="bg2"/>
          </a:solidFill>
          <a:ln>
            <a:noFill/>
          </a:ln>
        </p:spPr>
        <p:txBody>
          <a:bodyPr wrap="square" lIns="0" tIns="0" rIns="0" bIns="0" rtlCol="0"/>
          <a:lstStyle/>
          <a:p>
            <a:endParaRPr lang="en-GB" sz="675" noProof="0"/>
          </a:p>
        </p:txBody>
      </p:sp>
      <p:sp>
        <p:nvSpPr>
          <p:cNvPr id="3" name="Espace réservé du pied de page 2"/>
          <p:cNvSpPr>
            <a:spLocks noGrp="1"/>
          </p:cNvSpPr>
          <p:nvPr>
            <p:ph type="ftr" sz="quarter" idx="10"/>
          </p:nvPr>
        </p:nvSpPr>
        <p:spPr/>
        <p:txBody>
          <a:bodyPr/>
          <a:lstStyle/>
          <a:p>
            <a:r>
              <a:rPr lang="en-GB" noProof="0"/>
              <a:t>Course Name  |  Version</a:t>
            </a:r>
          </a:p>
        </p:txBody>
      </p:sp>
      <p:sp>
        <p:nvSpPr>
          <p:cNvPr id="6" name="Espace réservé du texte 7"/>
          <p:cNvSpPr>
            <a:spLocks noGrp="1"/>
          </p:cNvSpPr>
          <p:nvPr>
            <p:ph type="body" sz="quarter" idx="12" hasCustomPrompt="1"/>
          </p:nvPr>
        </p:nvSpPr>
        <p:spPr>
          <a:xfrm>
            <a:off x="3268084" y="2027464"/>
            <a:ext cx="8457626" cy="477330"/>
          </a:xfrm>
        </p:spPr>
        <p:txBody>
          <a:bodyPr/>
          <a:lstStyle>
            <a:lvl1pPr marL="0">
              <a:lnSpc>
                <a:spcPct val="110000"/>
              </a:lnSpc>
              <a:spcBef>
                <a:spcPts val="2448"/>
              </a:spcBef>
              <a:spcAft>
                <a:spcPts val="306"/>
              </a:spcAft>
              <a:buFontTx/>
              <a:buNone/>
              <a:defRPr sz="3060" b="1" i="0"/>
            </a:lvl1pPr>
            <a:lvl2pPr marL="0">
              <a:lnSpc>
                <a:spcPct val="100000"/>
              </a:lnSpc>
              <a:spcBef>
                <a:spcPts val="0"/>
              </a:spcBef>
              <a:buFontTx/>
              <a:buNone/>
              <a:defRPr sz="1632" b="0" i="0">
                <a:solidFill>
                  <a:schemeClr val="tx2"/>
                </a:solidFill>
              </a:defRPr>
            </a:lvl2pPr>
            <a:lvl3pPr marL="0">
              <a:buFontTx/>
              <a:buNone/>
              <a:defRPr sz="1632" b="0" i="0"/>
            </a:lvl3pPr>
            <a:lvl4pPr marL="0" indent="0">
              <a:buFontTx/>
              <a:buNone/>
              <a:defRPr sz="1632" b="0" i="0"/>
            </a:lvl4pPr>
            <a:lvl5pPr marL="0" indent="0">
              <a:buFontTx/>
              <a:buNone/>
              <a:defRPr sz="1632" b="0" i="0"/>
            </a:lvl5pPr>
          </a:lstStyle>
          <a:p>
            <a:pPr lvl="0"/>
            <a:r>
              <a:rPr lang="en-GB" noProof="0"/>
              <a:t>Click to change the style of the text</a:t>
            </a:r>
          </a:p>
        </p:txBody>
      </p:sp>
      <p:sp>
        <p:nvSpPr>
          <p:cNvPr id="7" name="Espace réservé du texte 7"/>
          <p:cNvSpPr>
            <a:spLocks noGrp="1"/>
          </p:cNvSpPr>
          <p:nvPr>
            <p:ph type="body" sz="quarter" idx="13" hasCustomPrompt="1"/>
          </p:nvPr>
        </p:nvSpPr>
        <p:spPr>
          <a:xfrm>
            <a:off x="2644108" y="2027464"/>
            <a:ext cx="525394" cy="477330"/>
          </a:xfrm>
        </p:spPr>
        <p:txBody>
          <a:bodyPr wrap="none"/>
          <a:lstStyle>
            <a:lvl1pPr marL="0" algn="r">
              <a:buFontTx/>
              <a:buNone/>
              <a:defRPr sz="3060" b="1" i="0">
                <a:solidFill>
                  <a:schemeClr val="tx1"/>
                </a:solidFill>
              </a:defRPr>
            </a:lvl1pPr>
            <a:lvl2pPr marL="0">
              <a:buFontTx/>
              <a:buNone/>
              <a:defRPr sz="1632" b="0" i="0">
                <a:solidFill>
                  <a:schemeClr val="tx2"/>
                </a:solidFill>
              </a:defRPr>
            </a:lvl2pPr>
            <a:lvl3pPr marL="0">
              <a:buFontTx/>
              <a:buNone/>
              <a:defRPr sz="1632" b="0" i="0"/>
            </a:lvl3pPr>
            <a:lvl4pPr marL="0" indent="0">
              <a:buFontTx/>
              <a:buNone/>
              <a:defRPr sz="1632" b="0" i="0"/>
            </a:lvl4pPr>
            <a:lvl5pPr marL="0" indent="0">
              <a:buFontTx/>
              <a:buNone/>
              <a:defRPr sz="1632" b="0" i="0"/>
            </a:lvl5pPr>
          </a:lstStyle>
          <a:p>
            <a:pPr lvl="0"/>
            <a:r>
              <a:rPr lang="en-GB" noProof="0"/>
              <a:t>00</a:t>
            </a:r>
          </a:p>
        </p:txBody>
      </p:sp>
      <p:pic>
        <p:nvPicPr>
          <p:cNvPr id="5" name="Gráfico 4">
            <a:extLst>
              <a:ext uri="{FF2B5EF4-FFF2-40B4-BE49-F238E27FC236}">
                <a16:creationId xmlns:a16="http://schemas.microsoft.com/office/drawing/2014/main" id="{408904A6-56D4-55E1-A8E6-1291A7AA1E9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129867" y="6523761"/>
            <a:ext cx="2021631" cy="274633"/>
          </a:xfrm>
          <a:prstGeom prst="rect">
            <a:avLst/>
          </a:prstGeom>
        </p:spPr>
      </p:pic>
    </p:spTree>
    <p:extLst>
      <p:ext uri="{BB962C8B-B14F-4D97-AF65-F5344CB8AC3E}">
        <p14:creationId xmlns:p14="http://schemas.microsoft.com/office/powerpoint/2010/main" val="301168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hapitres bleu clair">
    <p:bg>
      <p:bgPr>
        <a:solidFill>
          <a:schemeClr val="accent6">
            <a:lumMod val="90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E3FCC1C-CDB7-4E52-AAA2-3D75C6841A57}"/>
              </a:ext>
            </a:extLst>
          </p:cNvPr>
          <p:cNvSpPr/>
          <p:nvPr/>
        </p:nvSpPr>
        <p:spPr>
          <a:xfrm>
            <a:off x="0" y="0"/>
            <a:ext cx="3867283" cy="6994525"/>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230" dirty="0"/>
          </a:p>
        </p:txBody>
      </p:sp>
      <p:sp>
        <p:nvSpPr>
          <p:cNvPr id="22" name="Titre 1">
            <a:extLst>
              <a:ext uri="{FF2B5EF4-FFF2-40B4-BE49-F238E27FC236}">
                <a16:creationId xmlns:a16="http://schemas.microsoft.com/office/drawing/2014/main" id="{B423639D-4B26-48E8-B49A-088B0F6C5BF0}"/>
              </a:ext>
            </a:extLst>
          </p:cNvPr>
          <p:cNvSpPr>
            <a:spLocks noGrp="1"/>
          </p:cNvSpPr>
          <p:nvPr>
            <p:ph type="title" hasCustomPrompt="1"/>
          </p:nvPr>
        </p:nvSpPr>
        <p:spPr>
          <a:xfrm>
            <a:off x="4790422" y="1992263"/>
            <a:ext cx="5613247" cy="1883421"/>
          </a:xfrm>
        </p:spPr>
        <p:txBody>
          <a:bodyPr anchor="t"/>
          <a:lstStyle>
            <a:lvl1pPr algn="l">
              <a:lnSpc>
                <a:spcPct val="100000"/>
              </a:lnSpc>
              <a:defRPr sz="6119">
                <a:solidFill>
                  <a:schemeClr val="tx2"/>
                </a:solidFill>
              </a:defRPr>
            </a:lvl1pPr>
          </a:lstStyle>
          <a:p>
            <a:r>
              <a:rPr lang="fr-FR" dirty="0"/>
              <a:t>Change the </a:t>
            </a:r>
            <a:r>
              <a:rPr lang="fr-FR" dirty="0" err="1"/>
              <a:t>title</a:t>
            </a:r>
            <a:endParaRPr lang="fr-FR" dirty="0"/>
          </a:p>
        </p:txBody>
      </p:sp>
      <p:sp>
        <p:nvSpPr>
          <p:cNvPr id="23" name="ZoneTexte 22">
            <a:extLst>
              <a:ext uri="{FF2B5EF4-FFF2-40B4-BE49-F238E27FC236}">
                <a16:creationId xmlns:a16="http://schemas.microsoft.com/office/drawing/2014/main" id="{4C93027A-14FE-4E6E-9908-8D599D2C15CF}"/>
              </a:ext>
            </a:extLst>
          </p:cNvPr>
          <p:cNvSpPr txBox="1"/>
          <p:nvPr/>
        </p:nvSpPr>
        <p:spPr>
          <a:xfrm>
            <a:off x="-923138" y="1943440"/>
            <a:ext cx="1728708" cy="3169511"/>
          </a:xfrm>
          <a:prstGeom prst="rect">
            <a:avLst/>
          </a:prstGeom>
        </p:spPr>
        <p:txBody>
          <a:bodyPr vert="horz" wrap="square" lIns="36717" tIns="0" rIns="36717" bIns="0" rtlCol="0">
            <a:spAutoFit/>
          </a:bodyPr>
          <a:lstStyle>
            <a:lvl1pPr lvl="0" indent="0">
              <a:lnSpc>
                <a:spcPct val="90000"/>
              </a:lnSpc>
              <a:spcBef>
                <a:spcPts val="0"/>
              </a:spcBef>
              <a:buFontTx/>
              <a:buNone/>
              <a:defRPr sz="22000" b="1">
                <a:solidFill>
                  <a:schemeClr val="bg1"/>
                </a:solidFill>
              </a:defRPr>
            </a:lvl1pPr>
            <a:lvl2pPr indent="0">
              <a:lnSpc>
                <a:spcPct val="90000"/>
              </a:lnSpc>
              <a:spcBef>
                <a:spcPts val="1200"/>
              </a:spcBef>
              <a:buFontTx/>
              <a:buNone/>
              <a:defRPr sz="2000" b="1">
                <a:solidFill>
                  <a:schemeClr val="tx1">
                    <a:tint val="75000"/>
                  </a:schemeClr>
                </a:solidFill>
              </a:defRPr>
            </a:lvl2pPr>
            <a:lvl3pPr indent="0">
              <a:lnSpc>
                <a:spcPct val="100000"/>
              </a:lnSpc>
              <a:spcBef>
                <a:spcPts val="300"/>
              </a:spcBef>
              <a:buFontTx/>
              <a:buNone/>
              <a:defRPr>
                <a:solidFill>
                  <a:schemeClr val="tx1">
                    <a:tint val="75000"/>
                  </a:schemeClr>
                </a:solidFill>
              </a:defRPr>
            </a:lvl3pPr>
            <a:lvl4pPr indent="0">
              <a:lnSpc>
                <a:spcPct val="100000"/>
              </a:lnSpc>
              <a:spcBef>
                <a:spcPts val="300"/>
              </a:spcBef>
              <a:buClr>
                <a:schemeClr val="tx2"/>
              </a:buClr>
              <a:buFont typeface="Symbol" panose="05050102010706020507" pitchFamily="18" charset="2"/>
              <a:buNone/>
              <a:defRPr sz="1600">
                <a:solidFill>
                  <a:schemeClr val="tx1">
                    <a:tint val="75000"/>
                  </a:schemeClr>
                </a:solidFill>
              </a:defRPr>
            </a:lvl4pPr>
            <a:lvl5pPr indent="0">
              <a:lnSpc>
                <a:spcPct val="100000"/>
              </a:lnSpc>
              <a:spcBef>
                <a:spcPts val="300"/>
              </a:spcBef>
              <a:buFont typeface="Segoe UI" panose="020B0502040204020203" pitchFamily="34" charset="0"/>
              <a:buNone/>
              <a:defRPr sz="1600" i="0">
                <a:solidFill>
                  <a:schemeClr val="tx1">
                    <a:tint val="75000"/>
                  </a:schemeClr>
                </a:solidFill>
              </a:defRPr>
            </a:lvl5pPr>
            <a:lvl6pPr indent="0">
              <a:lnSpc>
                <a:spcPct val="100000"/>
              </a:lnSpc>
              <a:spcBef>
                <a:spcPts val="0"/>
              </a:spcBef>
              <a:buFont typeface="Arial" panose="020B0604020202020204" pitchFamily="34" charset="0"/>
              <a:buNone/>
              <a:defRPr sz="1600">
                <a:solidFill>
                  <a:schemeClr val="tx1">
                    <a:tint val="75000"/>
                  </a:schemeClr>
                </a:solidFill>
              </a:defRPr>
            </a:lvl6pPr>
            <a:lvl7pPr indent="0">
              <a:lnSpc>
                <a:spcPct val="90000"/>
              </a:lnSpc>
              <a:spcBef>
                <a:spcPts val="500"/>
              </a:spcBef>
              <a:buFont typeface="Arial" panose="020B0604020202020204" pitchFamily="34" charset="0"/>
              <a:buNone/>
              <a:defRPr sz="1600">
                <a:solidFill>
                  <a:schemeClr val="tx1">
                    <a:tint val="75000"/>
                  </a:schemeClr>
                </a:solidFill>
              </a:defRPr>
            </a:lvl7pPr>
            <a:lvl8pPr indent="0">
              <a:lnSpc>
                <a:spcPct val="90000"/>
              </a:lnSpc>
              <a:spcBef>
                <a:spcPts val="500"/>
              </a:spcBef>
              <a:buFont typeface="Arial" panose="020B0604020202020204" pitchFamily="34" charset="0"/>
              <a:buNone/>
              <a:defRPr sz="1600">
                <a:solidFill>
                  <a:schemeClr val="tx1">
                    <a:tint val="75000"/>
                  </a:schemeClr>
                </a:solidFill>
              </a:defRPr>
            </a:lvl8pPr>
            <a:lvl9pPr indent="0">
              <a:lnSpc>
                <a:spcPct val="90000"/>
              </a:lnSpc>
              <a:spcBef>
                <a:spcPts val="500"/>
              </a:spcBef>
              <a:buFont typeface="Arial" panose="020B0604020202020204" pitchFamily="34" charset="0"/>
              <a:buNone/>
              <a:defRPr sz="1600">
                <a:solidFill>
                  <a:schemeClr val="tx1">
                    <a:tint val="75000"/>
                  </a:schemeClr>
                </a:solidFill>
              </a:defRPr>
            </a:lvl9pPr>
          </a:lstStyle>
          <a:p>
            <a:pPr lvl="0" algn="ctr"/>
            <a:r>
              <a:rPr lang="fr-FR" sz="22438" dirty="0"/>
              <a:t>0</a:t>
            </a:r>
          </a:p>
        </p:txBody>
      </p:sp>
      <p:sp>
        <p:nvSpPr>
          <p:cNvPr id="24" name="Espace réservé du texte 2">
            <a:extLst>
              <a:ext uri="{FF2B5EF4-FFF2-40B4-BE49-F238E27FC236}">
                <a16:creationId xmlns:a16="http://schemas.microsoft.com/office/drawing/2014/main" id="{AE6871A6-FD0E-4D8A-AA01-A6DDABCC263C}"/>
              </a:ext>
            </a:extLst>
          </p:cNvPr>
          <p:cNvSpPr>
            <a:spLocks noGrp="1"/>
          </p:cNvSpPr>
          <p:nvPr>
            <p:ph type="body" idx="1" hasCustomPrompt="1"/>
          </p:nvPr>
        </p:nvSpPr>
        <p:spPr>
          <a:xfrm>
            <a:off x="715421" y="1943440"/>
            <a:ext cx="1728708" cy="3107646"/>
          </a:xfrm>
        </p:spPr>
        <p:txBody>
          <a:bodyPr wrap="none"/>
          <a:lstStyle>
            <a:lvl1pPr marL="0" indent="0">
              <a:lnSpc>
                <a:spcPct val="90000"/>
              </a:lnSpc>
              <a:buNone/>
              <a:defRPr sz="22438">
                <a:solidFill>
                  <a:schemeClr val="bg1"/>
                </a:solidFill>
              </a:defRPr>
            </a:lvl1pPr>
            <a:lvl2pPr marL="466298" indent="0">
              <a:buNone/>
              <a:defRPr sz="2040">
                <a:solidFill>
                  <a:schemeClr val="tx1">
                    <a:tint val="75000"/>
                  </a:schemeClr>
                </a:solidFill>
              </a:defRPr>
            </a:lvl2pPr>
            <a:lvl3pPr marL="932597" indent="0">
              <a:buNone/>
              <a:defRPr sz="1836">
                <a:solidFill>
                  <a:schemeClr val="tx1">
                    <a:tint val="75000"/>
                  </a:schemeClr>
                </a:solidFill>
              </a:defRPr>
            </a:lvl3pPr>
            <a:lvl4pPr marL="1398895" indent="0">
              <a:buNone/>
              <a:defRPr sz="1632">
                <a:solidFill>
                  <a:schemeClr val="tx1">
                    <a:tint val="75000"/>
                  </a:schemeClr>
                </a:solidFill>
              </a:defRPr>
            </a:lvl4pPr>
            <a:lvl5pPr marL="1865193" indent="0">
              <a:buNone/>
              <a:defRPr sz="1632">
                <a:solidFill>
                  <a:schemeClr val="tx1">
                    <a:tint val="75000"/>
                  </a:schemeClr>
                </a:solidFill>
              </a:defRPr>
            </a:lvl5pPr>
            <a:lvl6pPr marL="2331491" indent="0">
              <a:buNone/>
              <a:defRPr sz="1632">
                <a:solidFill>
                  <a:schemeClr val="tx1">
                    <a:tint val="75000"/>
                  </a:schemeClr>
                </a:solidFill>
              </a:defRPr>
            </a:lvl6pPr>
            <a:lvl7pPr marL="2797790" indent="0">
              <a:buNone/>
              <a:defRPr sz="1632">
                <a:solidFill>
                  <a:schemeClr val="tx1">
                    <a:tint val="75000"/>
                  </a:schemeClr>
                </a:solidFill>
              </a:defRPr>
            </a:lvl7pPr>
            <a:lvl8pPr marL="3264088" indent="0">
              <a:buNone/>
              <a:defRPr sz="1632">
                <a:solidFill>
                  <a:schemeClr val="tx1">
                    <a:tint val="75000"/>
                  </a:schemeClr>
                </a:solidFill>
              </a:defRPr>
            </a:lvl8pPr>
            <a:lvl9pPr marL="3730386" indent="0">
              <a:buNone/>
              <a:defRPr sz="1632">
                <a:solidFill>
                  <a:schemeClr val="tx1">
                    <a:tint val="75000"/>
                  </a:schemeClr>
                </a:solidFill>
              </a:defRPr>
            </a:lvl9pPr>
          </a:lstStyle>
          <a:p>
            <a:pPr lvl="0"/>
            <a:r>
              <a:rPr lang="fr-FR" dirty="0"/>
              <a:t>0</a:t>
            </a:r>
          </a:p>
        </p:txBody>
      </p:sp>
    </p:spTree>
    <p:extLst>
      <p:ext uri="{BB962C8B-B14F-4D97-AF65-F5344CB8AC3E}">
        <p14:creationId xmlns:p14="http://schemas.microsoft.com/office/powerpoint/2010/main" val="950044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99981" y="596867"/>
            <a:ext cx="11031820" cy="502246"/>
          </a:xfrm>
        </p:spPr>
        <p:txBody>
          <a:bodyPr/>
          <a:lstStyle>
            <a:lvl1pPr>
              <a:defRPr sz="3264"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90982" y="6569823"/>
            <a:ext cx="4234014" cy="160091"/>
          </a:xfrm>
          <a:prstGeom prst="rect">
            <a:avLst/>
          </a:prstGeom>
        </p:spPr>
        <p:txBody>
          <a:bodyPr vert="horz" lIns="0" tIns="0" rIns="0" bIns="0" rtlCol="0" anchor="ctr"/>
          <a:lstStyle>
            <a:lvl1pPr marL="0" algn="l" defTabSz="932597" rtl="0" eaLnBrk="1" latinLnBrk="0" hangingPunct="1">
              <a:defRPr lang="en-US" sz="1020" kern="1200">
                <a:solidFill>
                  <a:schemeClr val="tx1"/>
                </a:solidFill>
                <a:latin typeface="+mn-lt"/>
                <a:ea typeface="+mn-ea"/>
                <a:cs typeface="+mn-cs"/>
              </a:defRPr>
            </a:lvl1pPr>
            <a:lvl5pPr>
              <a:defRPr lang="en-US" sz="765" kern="100" cap="all" spc="0" baseline="0">
                <a:solidFill>
                  <a:schemeClr val="tx1"/>
                </a:solidFill>
                <a:latin typeface="Arial" panose="020B0604020202020204" pitchFamily="34" charset="0"/>
                <a:ea typeface="+mn-ea"/>
                <a:cs typeface="Arial" panose="020B0604020202020204" pitchFamily="34" charset="0"/>
              </a:defRPr>
            </a:lvl5pPr>
          </a:lstStyle>
          <a:p>
            <a:pPr defTabSz="932563">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75196599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99982" y="591848"/>
            <a:ext cx="11238030" cy="313932"/>
          </a:xfrm>
        </p:spPr>
        <p:txBody>
          <a:bodyPr anchor="ctr">
            <a:spAutoFit/>
          </a:bodyPr>
          <a:lstStyle>
            <a:lvl1pPr>
              <a:defRPr>
                <a:solidFill>
                  <a:schemeClr val="tx1"/>
                </a:solidFill>
              </a:defRPr>
            </a:lvl1pPr>
          </a:lstStyle>
          <a:p>
            <a:r>
              <a:rPr lang="en-US"/>
              <a:t>Click to edit Master title style</a:t>
            </a:r>
          </a:p>
        </p:txBody>
      </p:sp>
      <p:cxnSp>
        <p:nvCxnSpPr>
          <p:cNvPr id="4" name="Straight Connector 3">
            <a:extLst>
              <a:ext uri="{FF2B5EF4-FFF2-40B4-BE49-F238E27FC236}">
                <a16:creationId xmlns:a16="http://schemas.microsoft.com/office/drawing/2014/main" id="{A9419735-F9C6-9794-C3A4-0C125654C997}"/>
              </a:ext>
            </a:extLst>
          </p:cNvPr>
          <p:cNvCxnSpPr/>
          <p:nvPr userDrawn="1"/>
        </p:nvCxnSpPr>
        <p:spPr>
          <a:xfrm>
            <a:off x="593181" y="1232899"/>
            <a:ext cx="11244831" cy="0"/>
          </a:xfrm>
          <a:prstGeom prst="line">
            <a:avLst/>
          </a:prstGeom>
          <a:ln w="34925">
            <a:gradFill flip="none" rotWithShape="1">
              <a:gsLst>
                <a:gs pos="0">
                  <a:schemeClr val="bg1"/>
                </a:gs>
                <a:gs pos="32000">
                  <a:schemeClr val="accent6"/>
                </a:gs>
                <a:gs pos="64000">
                  <a:schemeClr val="accent3"/>
                </a:gs>
                <a:gs pos="100000">
                  <a:schemeClr val="accent4"/>
                </a:gs>
              </a:gsLst>
              <a:lin ang="10800000" scaled="1"/>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92924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709177" y="167333"/>
            <a:ext cx="11016534" cy="313904"/>
          </a:xfrm>
          <a:prstGeom prst="rect">
            <a:avLst/>
          </a:prstGeom>
        </p:spPr>
        <p:txBody>
          <a:bodyPr vert="horz" wrap="square" lIns="36000" tIns="0" rIns="36000" bIns="0" rtlCol="0" anchor="ctr">
            <a:spAutoFit/>
          </a:bodyPr>
          <a:lstStyle/>
          <a:p>
            <a:pPr lvl="0"/>
            <a:r>
              <a:rPr lang="en-GB" noProof="0"/>
              <a:t>Change the style of the text</a:t>
            </a:r>
          </a:p>
        </p:txBody>
      </p:sp>
      <p:sp>
        <p:nvSpPr>
          <p:cNvPr id="3" name="Espace réservé du texte 2"/>
          <p:cNvSpPr>
            <a:spLocks noGrp="1"/>
          </p:cNvSpPr>
          <p:nvPr>
            <p:ph type="body" idx="1"/>
          </p:nvPr>
        </p:nvSpPr>
        <p:spPr>
          <a:xfrm>
            <a:off x="709177" y="1404180"/>
            <a:ext cx="11016534" cy="2329688"/>
          </a:xfrm>
          <a:prstGeom prst="rect">
            <a:avLst/>
          </a:prstGeom>
        </p:spPr>
        <p:txBody>
          <a:bodyPr vert="horz" wrap="square" lIns="36000" tIns="0" rIns="36000" bIns="0" rtlCol="0">
            <a:spAutoFit/>
          </a:bodyPr>
          <a:lstStyle/>
          <a:p>
            <a:pPr lvl="0"/>
            <a:r>
              <a:rPr lang="en-GB" noProof="0"/>
              <a:t>Change the style of the text</a:t>
            </a:r>
          </a:p>
          <a:p>
            <a:pPr lvl="1"/>
            <a:r>
              <a:rPr lang="en-GB" noProof="0"/>
              <a:t>Second level</a:t>
            </a:r>
          </a:p>
          <a:p>
            <a:pPr lvl="2"/>
            <a:r>
              <a:rPr lang="en-GB" noProof="0"/>
              <a:t>Third level </a:t>
            </a:r>
          </a:p>
          <a:p>
            <a:pPr lvl="3"/>
            <a:r>
              <a:rPr lang="en-GB" noProof="0"/>
              <a:t>Fourth level </a:t>
            </a:r>
          </a:p>
          <a:p>
            <a:pPr lvl="4"/>
            <a:r>
              <a:rPr lang="en-GB" noProof="0"/>
              <a:t>Fifth level</a:t>
            </a:r>
          </a:p>
          <a:p>
            <a:pPr lvl="5"/>
            <a:r>
              <a:rPr lang="en-GB" noProof="0"/>
              <a:t>Sixth level</a:t>
            </a:r>
          </a:p>
        </p:txBody>
      </p:sp>
      <p:sp>
        <p:nvSpPr>
          <p:cNvPr id="5" name="Espace réservé du pied de page 4"/>
          <p:cNvSpPr>
            <a:spLocks noGrp="1"/>
          </p:cNvSpPr>
          <p:nvPr>
            <p:ph type="ftr" sz="quarter" idx="3"/>
          </p:nvPr>
        </p:nvSpPr>
        <p:spPr>
          <a:xfrm>
            <a:off x="709177" y="6554466"/>
            <a:ext cx="5140406" cy="276999"/>
          </a:xfrm>
          <a:prstGeom prst="rect">
            <a:avLst/>
          </a:prstGeom>
        </p:spPr>
        <p:txBody>
          <a:bodyPr vert="horz" wrap="square" lIns="36000" tIns="0" rIns="36000" bIns="0" rtlCol="0" anchor="ctr">
            <a:spAutoFit/>
          </a:bodyPr>
          <a:lstStyle>
            <a:lvl1pPr marL="0" indent="0" algn="l">
              <a:lnSpc>
                <a:spcPct val="100000"/>
              </a:lnSpc>
              <a:spcBef>
                <a:spcPts val="0"/>
              </a:spcBef>
              <a:defRPr sz="816" b="1">
                <a:solidFill>
                  <a:schemeClr val="tx1"/>
                </a:solidFill>
              </a:defRPr>
            </a:lvl1pPr>
          </a:lstStyle>
          <a:p>
            <a:r>
              <a:rPr lang="pt-PT" sz="1000" b="0" dirty="0"/>
              <a:t>Curso (PT/AO/MZ/CV)</a:t>
            </a:r>
            <a:br>
              <a:rPr lang="pt-PT" dirty="0"/>
            </a:br>
            <a:r>
              <a:rPr lang="pt-BR" sz="800" b="0" dirty="0"/>
              <a:t>2023 / V1.0 / PT</a:t>
            </a:r>
            <a:endParaRPr lang="en-GB" sz="800" b="0" dirty="0"/>
          </a:p>
        </p:txBody>
      </p:sp>
      <p:cxnSp>
        <p:nvCxnSpPr>
          <p:cNvPr id="10" name="Connecteur droit 9"/>
          <p:cNvCxnSpPr/>
          <p:nvPr/>
        </p:nvCxnSpPr>
        <p:spPr>
          <a:xfrm>
            <a:off x="0" y="587467"/>
            <a:ext cx="12443271" cy="0"/>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4" name="Gráfico 3">
            <a:extLst>
              <a:ext uri="{FF2B5EF4-FFF2-40B4-BE49-F238E27FC236}">
                <a16:creationId xmlns:a16="http://schemas.microsoft.com/office/drawing/2014/main" id="{E8F2F7E9-1A1F-43F6-173D-8E71C3E5AE7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29867" y="6523761"/>
            <a:ext cx="2021631" cy="274633"/>
          </a:xfrm>
          <a:prstGeom prst="rect">
            <a:avLst/>
          </a:prstGeom>
        </p:spPr>
      </p:pic>
    </p:spTree>
    <p:extLst>
      <p:ext uri="{BB962C8B-B14F-4D97-AF65-F5344CB8AC3E}">
        <p14:creationId xmlns:p14="http://schemas.microsoft.com/office/powerpoint/2010/main" val="533504664"/>
      </p:ext>
    </p:extLst>
  </p:cSld>
  <p:clrMap bg1="lt1" tx1="dk1" bg2="lt2" tx2="dk2" accent1="accent1" accent2="accent2" accent3="accent3" accent4="accent4" accent5="accent5" accent6="accent6" hlink="hlink" folHlink="folHlink"/>
  <p:sldLayoutIdLst>
    <p:sldLayoutId id="2147483707" r:id="rId1"/>
    <p:sldLayoutId id="2147483713" r:id="rId2"/>
    <p:sldLayoutId id="2147483722" r:id="rId3"/>
    <p:sldLayoutId id="2147483819" r:id="rId4"/>
    <p:sldLayoutId id="2147483823" r:id="rId5"/>
  </p:sldLayoutIdLst>
  <p:txStyles>
    <p:titleStyle>
      <a:lvl1pPr marL="0" indent="0" algn="l" defTabSz="932597" rtl="0" eaLnBrk="1" latinLnBrk="0" hangingPunct="1">
        <a:lnSpc>
          <a:spcPct val="100000"/>
        </a:lnSpc>
        <a:spcBef>
          <a:spcPts val="0"/>
        </a:spcBef>
        <a:buNone/>
        <a:tabLst>
          <a:tab pos="547253" algn="l"/>
        </a:tabLst>
        <a:defRPr sz="2040" b="1" kern="1200">
          <a:solidFill>
            <a:schemeClr val="tx2"/>
          </a:solidFill>
          <a:latin typeface="+mj-lt"/>
          <a:ea typeface="+mj-ea"/>
          <a:cs typeface="+mj-cs"/>
        </a:defRPr>
      </a:lvl1pPr>
    </p:titleStyle>
    <p:bodyStyle>
      <a:lvl1pPr marL="0" indent="0" algn="l" defTabSz="932597" rtl="0" eaLnBrk="1" latinLnBrk="0" hangingPunct="1">
        <a:lnSpc>
          <a:spcPct val="110000"/>
        </a:lnSpc>
        <a:spcBef>
          <a:spcPts val="0"/>
        </a:spcBef>
        <a:buFontTx/>
        <a:buNone/>
        <a:defRPr sz="3264" b="1" kern="1200">
          <a:solidFill>
            <a:schemeClr val="tx2"/>
          </a:solidFill>
          <a:latin typeface="+mn-lt"/>
          <a:ea typeface="+mn-ea"/>
          <a:cs typeface="+mn-cs"/>
        </a:defRPr>
      </a:lvl1pPr>
      <a:lvl2pPr marL="0" indent="0" algn="l" defTabSz="932597" rtl="0" eaLnBrk="1" latinLnBrk="0" hangingPunct="1">
        <a:lnSpc>
          <a:spcPct val="110000"/>
        </a:lnSpc>
        <a:spcBef>
          <a:spcPts val="1224"/>
        </a:spcBef>
        <a:buFontTx/>
        <a:buNone/>
        <a:defRPr sz="2244" b="1" kern="1200">
          <a:solidFill>
            <a:schemeClr val="tx1"/>
          </a:solidFill>
          <a:latin typeface="+mn-lt"/>
          <a:ea typeface="+mn-ea"/>
          <a:cs typeface="+mn-cs"/>
        </a:defRPr>
      </a:lvl2pPr>
      <a:lvl3pPr marL="0" indent="0" algn="l" defTabSz="932597" rtl="0" eaLnBrk="1" latinLnBrk="0" hangingPunct="1">
        <a:lnSpc>
          <a:spcPct val="120000"/>
        </a:lnSpc>
        <a:spcBef>
          <a:spcPts val="306"/>
        </a:spcBef>
        <a:buFontTx/>
        <a:buNone/>
        <a:defRPr sz="1632" kern="1200">
          <a:solidFill>
            <a:schemeClr val="tx1"/>
          </a:solidFill>
          <a:latin typeface="+mn-lt"/>
          <a:ea typeface="+mn-ea"/>
          <a:cs typeface="+mn-cs"/>
        </a:defRPr>
      </a:lvl3pPr>
      <a:lvl4pPr marL="183582" indent="-183582" algn="l" defTabSz="932597" rtl="0" eaLnBrk="1" latinLnBrk="0" hangingPunct="1">
        <a:lnSpc>
          <a:spcPct val="120000"/>
        </a:lnSpc>
        <a:spcBef>
          <a:spcPts val="306"/>
        </a:spcBef>
        <a:buClr>
          <a:schemeClr val="tx2"/>
        </a:buClr>
        <a:buFont typeface="Symbol" panose="05050102010706020507" pitchFamily="18" charset="2"/>
        <a:buChar char="·"/>
        <a:defRPr sz="1632" kern="1200">
          <a:solidFill>
            <a:schemeClr val="tx1"/>
          </a:solidFill>
          <a:latin typeface="+mn-lt"/>
          <a:ea typeface="+mn-ea"/>
          <a:cs typeface="+mn-cs"/>
        </a:defRPr>
      </a:lvl4pPr>
      <a:lvl5pPr marL="367164" indent="-183582" algn="l" defTabSz="932597" rtl="0" eaLnBrk="1" latinLnBrk="0" hangingPunct="1">
        <a:lnSpc>
          <a:spcPct val="120000"/>
        </a:lnSpc>
        <a:spcBef>
          <a:spcPts val="306"/>
        </a:spcBef>
        <a:buClrTx/>
        <a:buFont typeface="Arial"/>
        <a:buChar char="•"/>
        <a:defRPr sz="1428" i="0" kern="1200">
          <a:solidFill>
            <a:schemeClr val="tx2"/>
          </a:solidFill>
          <a:latin typeface="+mn-lt"/>
          <a:ea typeface="+mn-ea"/>
          <a:cs typeface="+mn-cs"/>
        </a:defRPr>
      </a:lvl5pPr>
      <a:lvl6pPr marL="367164" indent="0" algn="l" defTabSz="932597" rtl="0" eaLnBrk="1" latinLnBrk="0" hangingPunct="1">
        <a:lnSpc>
          <a:spcPct val="120000"/>
        </a:lnSpc>
        <a:spcBef>
          <a:spcPts val="0"/>
        </a:spcBef>
        <a:buFont typeface="Arial" panose="020B0604020202020204" pitchFamily="34" charset="0"/>
        <a:buNone/>
        <a:defRPr sz="1428" kern="1200">
          <a:solidFill>
            <a:schemeClr val="tx1"/>
          </a:solidFill>
          <a:latin typeface="+mn-lt"/>
          <a:ea typeface="+mn-ea"/>
          <a:cs typeface="+mn-cs"/>
        </a:defRPr>
      </a:lvl6pPr>
      <a:lvl7pPr marL="3030939" indent="-233149" algn="l" defTabSz="932597" rtl="0" eaLnBrk="1" latinLnBrk="0" hangingPunct="1">
        <a:lnSpc>
          <a:spcPct val="90000"/>
        </a:lnSpc>
        <a:spcBef>
          <a:spcPts val="510"/>
        </a:spcBef>
        <a:buFont typeface="Arial" panose="020B0604020202020204" pitchFamily="34" charset="0"/>
        <a:buChar char="•"/>
        <a:defRPr sz="1836" kern="1200">
          <a:solidFill>
            <a:schemeClr val="tx1"/>
          </a:solidFill>
          <a:latin typeface="+mn-lt"/>
          <a:ea typeface="+mn-ea"/>
          <a:cs typeface="+mn-cs"/>
        </a:defRPr>
      </a:lvl7pPr>
      <a:lvl8pPr marL="3497237" indent="-233149" algn="l" defTabSz="932597" rtl="0" eaLnBrk="1" latinLnBrk="0" hangingPunct="1">
        <a:lnSpc>
          <a:spcPct val="90000"/>
        </a:lnSpc>
        <a:spcBef>
          <a:spcPts val="510"/>
        </a:spcBef>
        <a:buFont typeface="Arial" panose="020B0604020202020204" pitchFamily="34" charset="0"/>
        <a:buChar char="•"/>
        <a:defRPr sz="1836" kern="1200">
          <a:solidFill>
            <a:schemeClr val="tx1"/>
          </a:solidFill>
          <a:latin typeface="+mn-lt"/>
          <a:ea typeface="+mn-ea"/>
          <a:cs typeface="+mn-cs"/>
        </a:defRPr>
      </a:lvl8pPr>
      <a:lvl9pPr marL="3963535" indent="-233149" algn="l" defTabSz="932597" rtl="0" eaLnBrk="1" latinLnBrk="0" hangingPunct="1">
        <a:lnSpc>
          <a:spcPct val="90000"/>
        </a:lnSpc>
        <a:spcBef>
          <a:spcPts val="510"/>
        </a:spcBef>
        <a:buFont typeface="Arial" panose="020B0604020202020204" pitchFamily="34" charset="0"/>
        <a:buChar char="•"/>
        <a:defRPr sz="1836" kern="1200">
          <a:solidFill>
            <a:schemeClr val="tx1"/>
          </a:solidFill>
          <a:latin typeface="+mn-lt"/>
          <a:ea typeface="+mn-ea"/>
          <a:cs typeface="+mn-cs"/>
        </a:defRPr>
      </a:lvl9pPr>
    </p:bodyStyle>
    <p:otherStyle>
      <a:defPPr>
        <a:defRPr lang="fr-FR"/>
      </a:defPPr>
      <a:lvl1pPr marL="0" algn="l" defTabSz="932597" rtl="0" eaLnBrk="1" latinLnBrk="0" hangingPunct="1">
        <a:defRPr sz="1836" kern="1200">
          <a:solidFill>
            <a:schemeClr val="tx1"/>
          </a:solidFill>
          <a:latin typeface="+mn-lt"/>
          <a:ea typeface="+mn-ea"/>
          <a:cs typeface="+mn-cs"/>
        </a:defRPr>
      </a:lvl1pPr>
      <a:lvl2pPr marL="466298" algn="l" defTabSz="932597" rtl="0" eaLnBrk="1" latinLnBrk="0" hangingPunct="1">
        <a:defRPr sz="1836" kern="1200">
          <a:solidFill>
            <a:schemeClr val="tx1"/>
          </a:solidFill>
          <a:latin typeface="+mn-lt"/>
          <a:ea typeface="+mn-ea"/>
          <a:cs typeface="+mn-cs"/>
        </a:defRPr>
      </a:lvl2pPr>
      <a:lvl3pPr marL="932597" algn="l" defTabSz="932597" rtl="0" eaLnBrk="1" latinLnBrk="0" hangingPunct="1">
        <a:defRPr sz="1836" kern="1200">
          <a:solidFill>
            <a:schemeClr val="tx1"/>
          </a:solidFill>
          <a:latin typeface="+mn-lt"/>
          <a:ea typeface="+mn-ea"/>
          <a:cs typeface="+mn-cs"/>
        </a:defRPr>
      </a:lvl3pPr>
      <a:lvl4pPr marL="1398895" algn="l" defTabSz="932597" rtl="0" eaLnBrk="1" latinLnBrk="0" hangingPunct="1">
        <a:defRPr sz="1836" kern="1200">
          <a:solidFill>
            <a:schemeClr val="tx1"/>
          </a:solidFill>
          <a:latin typeface="+mn-lt"/>
          <a:ea typeface="+mn-ea"/>
          <a:cs typeface="+mn-cs"/>
        </a:defRPr>
      </a:lvl4pPr>
      <a:lvl5pPr marL="1865193" algn="l" defTabSz="932597" rtl="0" eaLnBrk="1" latinLnBrk="0" hangingPunct="1">
        <a:defRPr sz="1836" kern="1200">
          <a:solidFill>
            <a:schemeClr val="tx1"/>
          </a:solidFill>
          <a:latin typeface="+mn-lt"/>
          <a:ea typeface="+mn-ea"/>
          <a:cs typeface="+mn-cs"/>
        </a:defRPr>
      </a:lvl5pPr>
      <a:lvl6pPr marL="2331491" algn="l" defTabSz="932597" rtl="0" eaLnBrk="1" latinLnBrk="0" hangingPunct="1">
        <a:defRPr sz="1836" kern="1200">
          <a:solidFill>
            <a:schemeClr val="tx1"/>
          </a:solidFill>
          <a:latin typeface="+mn-lt"/>
          <a:ea typeface="+mn-ea"/>
          <a:cs typeface="+mn-cs"/>
        </a:defRPr>
      </a:lvl6pPr>
      <a:lvl7pPr marL="2797790" algn="l" defTabSz="932597" rtl="0" eaLnBrk="1" latinLnBrk="0" hangingPunct="1">
        <a:defRPr sz="1836" kern="1200">
          <a:solidFill>
            <a:schemeClr val="tx1"/>
          </a:solidFill>
          <a:latin typeface="+mn-lt"/>
          <a:ea typeface="+mn-ea"/>
          <a:cs typeface="+mn-cs"/>
        </a:defRPr>
      </a:lvl7pPr>
      <a:lvl8pPr marL="3264088" algn="l" defTabSz="932597" rtl="0" eaLnBrk="1" latinLnBrk="0" hangingPunct="1">
        <a:defRPr sz="1836" kern="1200">
          <a:solidFill>
            <a:schemeClr val="tx1"/>
          </a:solidFill>
          <a:latin typeface="+mn-lt"/>
          <a:ea typeface="+mn-ea"/>
          <a:cs typeface="+mn-cs"/>
        </a:defRPr>
      </a:lvl8pPr>
      <a:lvl9pPr marL="3730386" algn="l" defTabSz="932597" rtl="0" eaLnBrk="1" latinLnBrk="0" hangingPunct="1">
        <a:defRPr sz="183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pos="438">
          <p15:clr>
            <a:srgbClr val="F26B43"/>
          </p15:clr>
        </p15:guide>
        <p15:guide id="4" pos="7242">
          <p15:clr>
            <a:srgbClr val="F26B43"/>
          </p15:clr>
        </p15:guide>
        <p15:guide id="5" orient="horz" pos="867">
          <p15:clr>
            <a:srgbClr val="F26B43"/>
          </p15:clr>
        </p15:guide>
        <p15:guide id="6" orient="horz" pos="397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www.kaggle.com/datasets/pavansubhasht/ibm-hr-analytics-attrition-dataset"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D307AED6-BDAE-54B3-56CE-DED88781345F}"/>
              </a:ext>
            </a:extLst>
          </p:cNvPr>
          <p:cNvSpPr>
            <a:spLocks noGrp="1"/>
          </p:cNvSpPr>
          <p:nvPr>
            <p:ph type="ctrTitle"/>
          </p:nvPr>
        </p:nvSpPr>
        <p:spPr>
          <a:xfrm>
            <a:off x="1675627" y="3080717"/>
            <a:ext cx="7552962" cy="748795"/>
          </a:xfrm>
        </p:spPr>
        <p:txBody>
          <a:bodyPr/>
          <a:lstStyle/>
          <a:p>
            <a:r>
              <a:rPr lang="pt-PT" sz="4800" dirty="0"/>
              <a:t>Projeto 01</a:t>
            </a:r>
          </a:p>
        </p:txBody>
      </p:sp>
      <p:sp>
        <p:nvSpPr>
          <p:cNvPr id="7" name="Subtítulo 6">
            <a:extLst>
              <a:ext uri="{FF2B5EF4-FFF2-40B4-BE49-F238E27FC236}">
                <a16:creationId xmlns:a16="http://schemas.microsoft.com/office/drawing/2014/main" id="{B04959DE-2FAC-53C6-A2B6-7877CB9A707D}"/>
              </a:ext>
            </a:extLst>
          </p:cNvPr>
          <p:cNvSpPr>
            <a:spLocks noGrp="1"/>
          </p:cNvSpPr>
          <p:nvPr>
            <p:ph type="subTitle" idx="1"/>
          </p:nvPr>
        </p:nvSpPr>
        <p:spPr/>
        <p:txBody>
          <a:bodyPr/>
          <a:lstStyle/>
          <a:p>
            <a:r>
              <a:rPr lang="pt-PT" dirty="0"/>
              <a:t>AIDAPT-04</a:t>
            </a:r>
          </a:p>
        </p:txBody>
      </p:sp>
      <p:sp>
        <p:nvSpPr>
          <p:cNvPr id="8" name="Subtítulo 2">
            <a:extLst>
              <a:ext uri="{FF2B5EF4-FFF2-40B4-BE49-F238E27FC236}">
                <a16:creationId xmlns:a16="http://schemas.microsoft.com/office/drawing/2014/main" id="{80F78854-3F88-4DDC-2BAF-969149AC9429}"/>
              </a:ext>
            </a:extLst>
          </p:cNvPr>
          <p:cNvSpPr txBox="1">
            <a:spLocks/>
          </p:cNvSpPr>
          <p:nvPr/>
        </p:nvSpPr>
        <p:spPr>
          <a:xfrm>
            <a:off x="168772" y="6420201"/>
            <a:ext cx="4518238" cy="218586"/>
          </a:xfrm>
          <a:prstGeom prst="rect">
            <a:avLst/>
          </a:prstGeom>
        </p:spPr>
        <p:txBody>
          <a:bodyPr vert="horz" wrap="square" lIns="0" tIns="0" rIns="0" bIns="0" rtlCol="0">
            <a:spAutoFit/>
          </a:bodyPr>
          <a:lstStyle>
            <a:lvl1pPr marL="0" indent="0" algn="l" defTabSz="932597" rtl="0" eaLnBrk="1" latinLnBrk="0" hangingPunct="1">
              <a:lnSpc>
                <a:spcPct val="110000"/>
              </a:lnSpc>
              <a:spcBef>
                <a:spcPts val="0"/>
              </a:spcBef>
              <a:buFontTx/>
              <a:buNone/>
              <a:defRPr sz="1632" b="0" kern="1200" baseline="0">
                <a:solidFill>
                  <a:schemeClr val="bg1"/>
                </a:solidFill>
                <a:latin typeface="Arial" pitchFamily="34" charset="0"/>
                <a:ea typeface="+mn-ea"/>
                <a:cs typeface="Arial" pitchFamily="34" charset="0"/>
              </a:defRPr>
            </a:lvl1pPr>
            <a:lvl2pPr marL="466298" indent="0" algn="ctr" defTabSz="932597" rtl="0" eaLnBrk="1" latinLnBrk="0" hangingPunct="1">
              <a:lnSpc>
                <a:spcPct val="110000"/>
              </a:lnSpc>
              <a:spcBef>
                <a:spcPts val="1224"/>
              </a:spcBef>
              <a:buFontTx/>
              <a:buNone/>
              <a:defRPr sz="2040" b="1" kern="1200">
                <a:solidFill>
                  <a:schemeClr val="tx1">
                    <a:tint val="75000"/>
                  </a:schemeClr>
                </a:solidFill>
                <a:latin typeface="+mn-lt"/>
                <a:ea typeface="+mn-ea"/>
                <a:cs typeface="+mn-cs"/>
              </a:defRPr>
            </a:lvl2pPr>
            <a:lvl3pPr marL="932597" indent="0" algn="ctr" defTabSz="932597" rtl="0" eaLnBrk="1" latinLnBrk="0" hangingPunct="1">
              <a:lnSpc>
                <a:spcPct val="120000"/>
              </a:lnSpc>
              <a:spcBef>
                <a:spcPts val="306"/>
              </a:spcBef>
              <a:buFontTx/>
              <a:buNone/>
              <a:defRPr sz="1836" kern="1200">
                <a:solidFill>
                  <a:schemeClr val="tx1">
                    <a:tint val="75000"/>
                  </a:schemeClr>
                </a:solidFill>
                <a:latin typeface="+mn-lt"/>
                <a:ea typeface="+mn-ea"/>
                <a:cs typeface="+mn-cs"/>
              </a:defRPr>
            </a:lvl3pPr>
            <a:lvl4pPr marL="1398895" indent="0" algn="ctr" defTabSz="932597" rtl="0" eaLnBrk="1" latinLnBrk="0" hangingPunct="1">
              <a:lnSpc>
                <a:spcPct val="120000"/>
              </a:lnSpc>
              <a:spcBef>
                <a:spcPts val="306"/>
              </a:spcBef>
              <a:buClr>
                <a:schemeClr val="tx2"/>
              </a:buClr>
              <a:buFont typeface="Symbol" panose="05050102010706020507" pitchFamily="18" charset="2"/>
              <a:buNone/>
              <a:defRPr sz="1632" kern="1200">
                <a:solidFill>
                  <a:schemeClr val="tx1">
                    <a:tint val="75000"/>
                  </a:schemeClr>
                </a:solidFill>
                <a:latin typeface="+mn-lt"/>
                <a:ea typeface="+mn-ea"/>
                <a:cs typeface="+mn-cs"/>
              </a:defRPr>
            </a:lvl4pPr>
            <a:lvl5pPr marL="1865193" indent="0" algn="ctr" defTabSz="932597" rtl="0" eaLnBrk="1" latinLnBrk="0" hangingPunct="1">
              <a:lnSpc>
                <a:spcPct val="120000"/>
              </a:lnSpc>
              <a:spcBef>
                <a:spcPts val="306"/>
              </a:spcBef>
              <a:buClrTx/>
              <a:buFont typeface="Arial"/>
              <a:buNone/>
              <a:defRPr sz="1632" i="0" kern="1200">
                <a:solidFill>
                  <a:schemeClr val="tx1">
                    <a:tint val="75000"/>
                  </a:schemeClr>
                </a:solidFill>
                <a:latin typeface="+mn-lt"/>
                <a:ea typeface="+mn-ea"/>
                <a:cs typeface="+mn-cs"/>
              </a:defRPr>
            </a:lvl5pPr>
            <a:lvl6pPr marL="2331491" indent="0" algn="ctr" defTabSz="932597" rtl="0" eaLnBrk="1" latinLnBrk="0" hangingPunct="1">
              <a:lnSpc>
                <a:spcPct val="120000"/>
              </a:lnSpc>
              <a:spcBef>
                <a:spcPts val="0"/>
              </a:spcBef>
              <a:buFont typeface="Arial" panose="020B0604020202020204" pitchFamily="34" charset="0"/>
              <a:buNone/>
              <a:defRPr sz="1632" kern="1200">
                <a:solidFill>
                  <a:schemeClr val="tx1">
                    <a:tint val="75000"/>
                  </a:schemeClr>
                </a:solidFill>
                <a:latin typeface="+mn-lt"/>
                <a:ea typeface="+mn-ea"/>
                <a:cs typeface="+mn-cs"/>
              </a:defRPr>
            </a:lvl6pPr>
            <a:lvl7pPr marL="2797790" indent="0" algn="ctr" defTabSz="932597" rtl="0" eaLnBrk="1" latinLnBrk="0" hangingPunct="1">
              <a:lnSpc>
                <a:spcPct val="90000"/>
              </a:lnSpc>
              <a:spcBef>
                <a:spcPts val="510"/>
              </a:spcBef>
              <a:buFont typeface="Arial" panose="020B0604020202020204" pitchFamily="34" charset="0"/>
              <a:buNone/>
              <a:defRPr sz="1632" kern="1200">
                <a:solidFill>
                  <a:schemeClr val="tx1">
                    <a:tint val="75000"/>
                  </a:schemeClr>
                </a:solidFill>
                <a:latin typeface="+mn-lt"/>
                <a:ea typeface="+mn-ea"/>
                <a:cs typeface="+mn-cs"/>
              </a:defRPr>
            </a:lvl7pPr>
            <a:lvl8pPr marL="3264088" indent="0" algn="ctr" defTabSz="932597" rtl="0" eaLnBrk="1" latinLnBrk="0" hangingPunct="1">
              <a:lnSpc>
                <a:spcPct val="90000"/>
              </a:lnSpc>
              <a:spcBef>
                <a:spcPts val="510"/>
              </a:spcBef>
              <a:buFont typeface="Arial" panose="020B0604020202020204" pitchFamily="34" charset="0"/>
              <a:buNone/>
              <a:defRPr sz="1632" kern="1200">
                <a:solidFill>
                  <a:schemeClr val="tx1">
                    <a:tint val="75000"/>
                  </a:schemeClr>
                </a:solidFill>
                <a:latin typeface="+mn-lt"/>
                <a:ea typeface="+mn-ea"/>
                <a:cs typeface="+mn-cs"/>
              </a:defRPr>
            </a:lvl8pPr>
            <a:lvl9pPr marL="3730386" indent="0" algn="ctr" defTabSz="932597" rtl="0" eaLnBrk="1" latinLnBrk="0" hangingPunct="1">
              <a:lnSpc>
                <a:spcPct val="90000"/>
              </a:lnSpc>
              <a:spcBef>
                <a:spcPts val="510"/>
              </a:spcBef>
              <a:buFont typeface="Arial" panose="020B0604020202020204" pitchFamily="34" charset="0"/>
              <a:buNone/>
              <a:defRPr sz="1632" kern="1200">
                <a:solidFill>
                  <a:schemeClr val="tx1">
                    <a:tint val="75000"/>
                  </a:schemeClr>
                </a:solidFill>
                <a:latin typeface="+mn-lt"/>
                <a:ea typeface="+mn-ea"/>
                <a:cs typeface="+mn-cs"/>
              </a:defRPr>
            </a:lvl9pPr>
          </a:lstStyle>
          <a:p>
            <a:r>
              <a:rPr lang="pt-PT" sz="1400" dirty="0"/>
              <a:t>Curso (PT/AO/MZ/CV)</a:t>
            </a:r>
          </a:p>
        </p:txBody>
      </p:sp>
      <p:sp>
        <p:nvSpPr>
          <p:cNvPr id="9" name="Marcador de Posição do Texto 70">
            <a:extLst>
              <a:ext uri="{FF2B5EF4-FFF2-40B4-BE49-F238E27FC236}">
                <a16:creationId xmlns:a16="http://schemas.microsoft.com/office/drawing/2014/main" id="{6F4BAAA2-25EB-C3FA-771D-FD258D66E891}"/>
              </a:ext>
            </a:extLst>
          </p:cNvPr>
          <p:cNvSpPr txBox="1">
            <a:spLocks/>
          </p:cNvSpPr>
          <p:nvPr/>
        </p:nvSpPr>
        <p:spPr>
          <a:xfrm>
            <a:off x="168771" y="6677187"/>
            <a:ext cx="4518238" cy="184666"/>
          </a:xfrm>
          <a:prstGeom prst="rect">
            <a:avLst/>
          </a:prstGeom>
        </p:spPr>
        <p:txBody>
          <a:bodyPr vert="horz" wrap="square" lIns="0" tIns="0" rIns="0" bIns="0" rtlCol="0" anchor="ctr">
            <a:spAutoFit/>
          </a:bodyPr>
          <a:lstStyle>
            <a:defPPr>
              <a:defRPr lang="pt-PT"/>
            </a:defPPr>
            <a:lvl1pPr marL="0" indent="0" algn="l" defTabSz="1110264" rtl="0" eaLnBrk="1" latinLnBrk="0" hangingPunct="1">
              <a:lnSpc>
                <a:spcPct val="100000"/>
              </a:lnSpc>
              <a:spcBef>
                <a:spcPts val="0"/>
              </a:spcBef>
              <a:buNone/>
              <a:defRPr sz="1428" b="1" kern="1200" baseline="0">
                <a:solidFill>
                  <a:schemeClr val="bg1"/>
                </a:solidFill>
                <a:latin typeface="Arial" pitchFamily="34" charset="0"/>
                <a:ea typeface="+mn-ea"/>
                <a:cs typeface="Arial" pitchFamily="34" charset="0"/>
              </a:defRPr>
            </a:lvl1pPr>
            <a:lvl2pPr marL="555132" algn="l" defTabSz="1110264" rtl="0" eaLnBrk="1" latinLnBrk="0" hangingPunct="1">
              <a:defRPr sz="2186" kern="1200">
                <a:solidFill>
                  <a:schemeClr val="tx1"/>
                </a:solidFill>
                <a:latin typeface="+mn-lt"/>
                <a:ea typeface="+mn-ea"/>
                <a:cs typeface="+mn-cs"/>
              </a:defRPr>
            </a:lvl2pPr>
            <a:lvl3pPr marL="1110264" algn="l" defTabSz="1110264" rtl="0" eaLnBrk="1" latinLnBrk="0" hangingPunct="1">
              <a:defRPr sz="2186" kern="1200">
                <a:solidFill>
                  <a:schemeClr val="tx1"/>
                </a:solidFill>
                <a:latin typeface="+mn-lt"/>
                <a:ea typeface="+mn-ea"/>
                <a:cs typeface="+mn-cs"/>
              </a:defRPr>
            </a:lvl3pPr>
            <a:lvl4pPr marL="1665397" algn="l" defTabSz="1110264" rtl="0" eaLnBrk="1" latinLnBrk="0" hangingPunct="1">
              <a:defRPr sz="2186" kern="1200">
                <a:solidFill>
                  <a:schemeClr val="tx1"/>
                </a:solidFill>
                <a:latin typeface="+mn-lt"/>
                <a:ea typeface="+mn-ea"/>
                <a:cs typeface="+mn-cs"/>
              </a:defRPr>
            </a:lvl4pPr>
            <a:lvl5pPr marL="2220529" algn="l" defTabSz="1110264" rtl="0" eaLnBrk="1" latinLnBrk="0" hangingPunct="1">
              <a:defRPr sz="2186" kern="1200">
                <a:solidFill>
                  <a:schemeClr val="tx1"/>
                </a:solidFill>
                <a:latin typeface="+mn-lt"/>
                <a:ea typeface="+mn-ea"/>
                <a:cs typeface="+mn-cs"/>
              </a:defRPr>
            </a:lvl5pPr>
            <a:lvl6pPr marL="2775661" algn="l" defTabSz="1110264" rtl="0" eaLnBrk="1" latinLnBrk="0" hangingPunct="1">
              <a:defRPr sz="2186" kern="1200">
                <a:solidFill>
                  <a:schemeClr val="tx1"/>
                </a:solidFill>
                <a:latin typeface="+mn-lt"/>
                <a:ea typeface="+mn-ea"/>
                <a:cs typeface="+mn-cs"/>
              </a:defRPr>
            </a:lvl6pPr>
            <a:lvl7pPr marL="3330793" algn="l" defTabSz="1110264" rtl="0" eaLnBrk="1" latinLnBrk="0" hangingPunct="1">
              <a:defRPr sz="2186" kern="1200">
                <a:solidFill>
                  <a:schemeClr val="tx1"/>
                </a:solidFill>
                <a:latin typeface="+mn-lt"/>
                <a:ea typeface="+mn-ea"/>
                <a:cs typeface="+mn-cs"/>
              </a:defRPr>
            </a:lvl7pPr>
            <a:lvl8pPr marL="3885926" algn="l" defTabSz="1110264" rtl="0" eaLnBrk="1" latinLnBrk="0" hangingPunct="1">
              <a:defRPr sz="2186" kern="1200">
                <a:solidFill>
                  <a:schemeClr val="tx1"/>
                </a:solidFill>
                <a:latin typeface="+mn-lt"/>
                <a:ea typeface="+mn-ea"/>
                <a:cs typeface="+mn-cs"/>
              </a:defRPr>
            </a:lvl8pPr>
            <a:lvl9pPr marL="4441058" algn="l" defTabSz="1110264" rtl="0" eaLnBrk="1" latinLnBrk="0" hangingPunct="1">
              <a:defRPr sz="2186" kern="1200">
                <a:solidFill>
                  <a:schemeClr val="tx1"/>
                </a:solidFill>
                <a:latin typeface="+mn-lt"/>
                <a:ea typeface="+mn-ea"/>
                <a:cs typeface="+mn-cs"/>
              </a:defRPr>
            </a:lvl9pPr>
          </a:lstStyle>
          <a:p>
            <a:r>
              <a:rPr lang="pt-BR" sz="1200" b="0"/>
              <a:t>2026 </a:t>
            </a:r>
            <a:r>
              <a:rPr lang="pt-BR" sz="1200" b="0" dirty="0"/>
              <a:t>/ V1.0 / PT</a:t>
            </a:r>
            <a:endParaRPr lang="pt-PT" sz="1200" b="0" dirty="0"/>
          </a:p>
        </p:txBody>
      </p:sp>
    </p:spTree>
    <p:extLst>
      <p:ext uri="{BB962C8B-B14F-4D97-AF65-F5344CB8AC3E}">
        <p14:creationId xmlns:p14="http://schemas.microsoft.com/office/powerpoint/2010/main" val="3394633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a:extLst>
              <a:ext uri="{FF2B5EF4-FFF2-40B4-BE49-F238E27FC236}">
                <a16:creationId xmlns:a16="http://schemas.microsoft.com/office/drawing/2014/main" id="{114B9057-4873-B5A7-AD6F-A61F247FA76D}"/>
              </a:ext>
            </a:extLst>
          </p:cNvPr>
          <p:cNvSpPr txBox="1"/>
          <p:nvPr/>
        </p:nvSpPr>
        <p:spPr>
          <a:xfrm>
            <a:off x="600820" y="826668"/>
            <a:ext cx="1184940" cy="369332"/>
          </a:xfrm>
          <a:prstGeom prst="rect">
            <a:avLst/>
          </a:prstGeom>
          <a:noFill/>
        </p:spPr>
        <p:txBody>
          <a:bodyPr wrap="none" rtlCol="0">
            <a:spAutoFit/>
          </a:bodyPr>
          <a:lstStyle/>
          <a:p>
            <a:r>
              <a:rPr lang="pt-PT" sz="1800" dirty="0">
                <a:solidFill>
                  <a:schemeClr val="bg1"/>
                </a:solidFill>
              </a:rPr>
              <a:t>Conteúdo</a:t>
            </a:r>
          </a:p>
        </p:txBody>
      </p:sp>
      <p:graphicFrame>
        <p:nvGraphicFramePr>
          <p:cNvPr id="10" name="Tabela 9">
            <a:extLst>
              <a:ext uri="{FF2B5EF4-FFF2-40B4-BE49-F238E27FC236}">
                <a16:creationId xmlns:a16="http://schemas.microsoft.com/office/drawing/2014/main" id="{3250AB18-4F11-485B-0D83-3BAEB0213C31}"/>
              </a:ext>
            </a:extLst>
          </p:cNvPr>
          <p:cNvGraphicFramePr>
            <a:graphicFrameLocks noGrp="1"/>
          </p:cNvGraphicFramePr>
          <p:nvPr>
            <p:extLst>
              <p:ext uri="{D42A27DB-BD31-4B8C-83A1-F6EECF244321}">
                <p14:modId xmlns:p14="http://schemas.microsoft.com/office/powerpoint/2010/main" val="2317054386"/>
              </p:ext>
            </p:extLst>
          </p:nvPr>
        </p:nvGraphicFramePr>
        <p:xfrm>
          <a:off x="2473028" y="1913086"/>
          <a:ext cx="7019481" cy="4181508"/>
        </p:xfrm>
        <a:graphic>
          <a:graphicData uri="http://schemas.openxmlformats.org/drawingml/2006/table">
            <a:tbl>
              <a:tblPr firstRow="1" bandRow="1">
                <a:tableStyleId>{5C22544A-7EE6-4342-B048-85BDC9FD1C3A}</a:tableStyleId>
              </a:tblPr>
              <a:tblGrid>
                <a:gridCol w="725805">
                  <a:extLst>
                    <a:ext uri="{9D8B030D-6E8A-4147-A177-3AD203B41FA5}">
                      <a16:colId xmlns:a16="http://schemas.microsoft.com/office/drawing/2014/main" val="949728802"/>
                    </a:ext>
                  </a:extLst>
                </a:gridCol>
                <a:gridCol w="6293676">
                  <a:extLst>
                    <a:ext uri="{9D8B030D-6E8A-4147-A177-3AD203B41FA5}">
                      <a16:colId xmlns:a16="http://schemas.microsoft.com/office/drawing/2014/main" val="1223210896"/>
                    </a:ext>
                  </a:extLst>
                </a:gridCol>
              </a:tblGrid>
              <a:tr h="464781">
                <a:tc>
                  <a:txBody>
                    <a:bodyPr/>
                    <a:lstStyle/>
                    <a:p>
                      <a:pPr marL="0" indent="0" algn="r" defTabSz="914400" rtl="0" eaLnBrk="1" latinLnBrk="0" hangingPunct="1">
                        <a:lnSpc>
                          <a:spcPct val="100000"/>
                        </a:lnSpc>
                        <a:spcBef>
                          <a:spcPts val="0"/>
                        </a:spcBef>
                        <a:buFontTx/>
                        <a:buNone/>
                      </a:pPr>
                      <a:r>
                        <a:rPr lang="pt-PT" sz="2800" b="1" i="0" kern="1200" dirty="0">
                          <a:solidFill>
                            <a:schemeClr val="tx1"/>
                          </a:solidFill>
                          <a:latin typeface="+mn-lt"/>
                          <a:ea typeface="+mn-ea"/>
                          <a:cs typeface="+mn-cs"/>
                        </a:rPr>
                        <a:t>01</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1" indent="0" algn="l" defTabSz="932597" rtl="0" eaLnBrk="1" fontAlgn="auto" latinLnBrk="0" hangingPunct="1">
                        <a:lnSpc>
                          <a:spcPct val="100000"/>
                        </a:lnSpc>
                        <a:spcBef>
                          <a:spcPts val="0"/>
                        </a:spcBef>
                        <a:spcAft>
                          <a:spcPts val="0"/>
                        </a:spcAft>
                        <a:buClrTx/>
                        <a:buSzTx/>
                        <a:buFontTx/>
                        <a:buNone/>
                        <a:tabLst/>
                        <a:defRPr/>
                      </a:pPr>
                      <a:r>
                        <a:rPr kumimoji="0" lang="pt-PT" sz="2800" b="1" i="0" u="none" strike="noStrike" kern="1200" cap="none" spc="0" normalizeH="0" baseline="0" noProof="0" dirty="0">
                          <a:ln>
                            <a:noFill/>
                          </a:ln>
                          <a:solidFill>
                            <a:srgbClr val="0046FE"/>
                          </a:solidFill>
                          <a:effectLst/>
                          <a:uLnTx/>
                          <a:uFillTx/>
                          <a:latin typeface="+mn-lt"/>
                          <a:ea typeface="+mn-ea"/>
                          <a:cs typeface="+mn-cs"/>
                        </a:rPr>
                        <a:t>Contexto</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88011317"/>
                  </a:ext>
                </a:extLst>
              </a:tr>
              <a:tr h="504069">
                <a:tc>
                  <a:txBody>
                    <a:bodyPr/>
                    <a:lstStyle/>
                    <a:p>
                      <a:pPr marL="0" indent="0" algn="r" defTabSz="914400" rtl="0" eaLnBrk="1" latinLnBrk="0" hangingPunct="1">
                        <a:lnSpc>
                          <a:spcPct val="100000"/>
                        </a:lnSpc>
                        <a:spcBef>
                          <a:spcPts val="0"/>
                        </a:spcBef>
                        <a:buFontTx/>
                        <a:buNone/>
                      </a:pPr>
                      <a:r>
                        <a:rPr lang="pt-PT" sz="2800" b="1" i="0" kern="1200" dirty="0">
                          <a:solidFill>
                            <a:schemeClr val="tx1"/>
                          </a:solidFill>
                          <a:latin typeface="+mn-lt"/>
                          <a:ea typeface="+mn-ea"/>
                          <a:cs typeface="+mn-cs"/>
                        </a:rPr>
                        <a:t>02</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1" indent="0" algn="l" defTabSz="932597" rtl="0" eaLnBrk="1" fontAlgn="auto" latinLnBrk="0" hangingPunct="1">
                        <a:lnSpc>
                          <a:spcPct val="100000"/>
                        </a:lnSpc>
                        <a:spcBef>
                          <a:spcPts val="0"/>
                        </a:spcBef>
                        <a:spcAft>
                          <a:spcPts val="0"/>
                        </a:spcAft>
                        <a:buClrTx/>
                        <a:buSzTx/>
                        <a:buFontTx/>
                        <a:buNone/>
                        <a:tabLst/>
                        <a:defRPr/>
                      </a:pPr>
                      <a:r>
                        <a:rPr kumimoji="0" lang="pt-PT" sz="2800" b="1" i="0" u="none" strike="noStrike" kern="1200" cap="none" spc="0" normalizeH="0" baseline="0" noProof="0" dirty="0">
                          <a:ln>
                            <a:noFill/>
                          </a:ln>
                          <a:solidFill>
                            <a:srgbClr val="0046FE"/>
                          </a:solidFill>
                          <a:effectLst/>
                          <a:uLnTx/>
                          <a:uFillTx/>
                          <a:latin typeface="+mn-lt"/>
                          <a:ea typeface="+mn-ea"/>
                          <a:cs typeface="+mn-cs"/>
                        </a:rPr>
                        <a:t>Dataset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871877"/>
                  </a:ext>
                </a:extLst>
              </a:tr>
              <a:tr h="516720">
                <a:tc>
                  <a:txBody>
                    <a:bodyPr/>
                    <a:lstStyle/>
                    <a:p>
                      <a:pPr marL="0" indent="0" algn="r" defTabSz="914400" rtl="0" eaLnBrk="1" latinLnBrk="0" hangingPunct="1">
                        <a:lnSpc>
                          <a:spcPct val="100000"/>
                        </a:lnSpc>
                        <a:spcBef>
                          <a:spcPts val="0"/>
                        </a:spcBef>
                        <a:buFontTx/>
                        <a:buNone/>
                      </a:pPr>
                      <a:r>
                        <a:rPr lang="pt-PT" sz="2800" b="1" i="0" kern="1200" dirty="0">
                          <a:solidFill>
                            <a:schemeClr val="tx1"/>
                          </a:solidFill>
                          <a:latin typeface="+mn-lt"/>
                          <a:ea typeface="+mn-ea"/>
                          <a:cs typeface="+mn-cs"/>
                        </a:rPr>
                        <a:t>03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1" indent="0" algn="l" defTabSz="932597" rtl="0" eaLnBrk="1" fontAlgn="auto" latinLnBrk="0" hangingPunct="1">
                        <a:lnSpc>
                          <a:spcPct val="100000"/>
                        </a:lnSpc>
                        <a:spcBef>
                          <a:spcPts val="0"/>
                        </a:spcBef>
                        <a:spcAft>
                          <a:spcPts val="0"/>
                        </a:spcAft>
                        <a:buClrTx/>
                        <a:buSzTx/>
                        <a:buFontTx/>
                        <a:buNone/>
                        <a:tabLst/>
                        <a:defRPr/>
                      </a:pPr>
                      <a:r>
                        <a:rPr kumimoji="0" lang="pt-PT" sz="2800" b="1" i="0" u="none" strike="noStrike" kern="1200" cap="none" spc="0" normalizeH="0" baseline="0" noProof="0" dirty="0">
                          <a:ln>
                            <a:noFill/>
                          </a:ln>
                          <a:solidFill>
                            <a:srgbClr val="0046FE"/>
                          </a:solidFill>
                          <a:effectLst/>
                          <a:uLnTx/>
                          <a:uFillTx/>
                          <a:latin typeface="+mn-lt"/>
                          <a:ea typeface="+mn-ea"/>
                          <a:cs typeface="+mn-cs"/>
                        </a:rPr>
                        <a:t>ETAPAS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9090895"/>
                  </a:ext>
                </a:extLst>
              </a:tr>
              <a:tr h="847542">
                <a:tc>
                  <a:txBody>
                    <a:bodyPr/>
                    <a:lstStyle/>
                    <a:p>
                      <a:pPr marL="0" indent="0" algn="r" defTabSz="914400" rtl="0" eaLnBrk="1" latinLnBrk="0" hangingPunct="1">
                        <a:lnSpc>
                          <a:spcPct val="100000"/>
                        </a:lnSpc>
                        <a:spcBef>
                          <a:spcPts val="0"/>
                        </a:spcBef>
                        <a:buFontTx/>
                        <a:buNone/>
                      </a:pPr>
                      <a:r>
                        <a:rPr lang="pt-PT" sz="2800" b="1" i="0" kern="1200" dirty="0">
                          <a:solidFill>
                            <a:schemeClr val="tx1"/>
                          </a:solidFill>
                          <a:latin typeface="+mn-lt"/>
                          <a:ea typeface="+mn-ea"/>
                          <a:cs typeface="+mn-cs"/>
                        </a:rPr>
                        <a:t>04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1" indent="0" algn="l" defTabSz="932597" rtl="0" eaLnBrk="1" fontAlgn="auto" latinLnBrk="0" hangingPunct="1">
                        <a:lnSpc>
                          <a:spcPct val="100000"/>
                        </a:lnSpc>
                        <a:spcBef>
                          <a:spcPts val="0"/>
                        </a:spcBef>
                        <a:spcAft>
                          <a:spcPts val="0"/>
                        </a:spcAft>
                        <a:buClrTx/>
                        <a:buSzTx/>
                        <a:buFontTx/>
                        <a:buNone/>
                        <a:tabLst/>
                        <a:defRPr/>
                      </a:pPr>
                      <a:r>
                        <a:rPr kumimoji="0" lang="pt-PT" sz="2800" b="1" i="0" u="none" strike="noStrike" kern="1200" cap="none" spc="0" normalizeH="0" baseline="0" noProof="0" dirty="0">
                          <a:ln>
                            <a:noFill/>
                          </a:ln>
                          <a:solidFill>
                            <a:srgbClr val="0046FE"/>
                          </a:solidFill>
                          <a:effectLst/>
                          <a:uLnTx/>
                          <a:uFillTx/>
                          <a:latin typeface="+mn-lt"/>
                          <a:ea typeface="+mn-ea"/>
                          <a:cs typeface="+mn-cs"/>
                        </a:rPr>
                        <a:t>Relatorio Final</a:t>
                      </a:r>
                    </a:p>
                    <a:p>
                      <a:pPr marL="0" marR="0" lvl="1" indent="0" algn="l" defTabSz="932597" rtl="0" eaLnBrk="1" fontAlgn="auto" latinLnBrk="0" hangingPunct="1">
                        <a:lnSpc>
                          <a:spcPct val="100000"/>
                        </a:lnSpc>
                        <a:spcBef>
                          <a:spcPts val="0"/>
                        </a:spcBef>
                        <a:spcAft>
                          <a:spcPts val="0"/>
                        </a:spcAft>
                        <a:buClrTx/>
                        <a:buSzTx/>
                        <a:buFontTx/>
                        <a:buNone/>
                        <a:tabLst/>
                        <a:defRPr/>
                      </a:pPr>
                      <a:endParaRPr kumimoji="0" lang="pt-PT" sz="2800" b="1" i="0" u="none" strike="noStrike" kern="1200" cap="none" spc="0" normalizeH="0" baseline="0" noProof="0" dirty="0">
                        <a:ln>
                          <a:noFill/>
                        </a:ln>
                        <a:solidFill>
                          <a:srgbClr val="0046FE"/>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02007645"/>
                  </a:ext>
                </a:extLst>
              </a:tr>
              <a:tr h="516720">
                <a:tc>
                  <a:txBody>
                    <a:bodyPr/>
                    <a:lstStyle/>
                    <a:p>
                      <a:pPr marL="0" indent="0" algn="r" defTabSz="914400" rtl="0" eaLnBrk="1" latinLnBrk="0" hangingPunct="1">
                        <a:lnSpc>
                          <a:spcPct val="100000"/>
                        </a:lnSpc>
                        <a:spcBef>
                          <a:spcPts val="0"/>
                        </a:spcBef>
                        <a:buFontTx/>
                        <a:buNone/>
                      </a:pPr>
                      <a:endParaRPr lang="pt-PT" sz="2800" b="1" i="0" kern="120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1" indent="0" algn="l" defTabSz="932597" rtl="0" eaLnBrk="1" fontAlgn="auto" latinLnBrk="0" hangingPunct="1">
                        <a:lnSpc>
                          <a:spcPct val="100000"/>
                        </a:lnSpc>
                        <a:spcBef>
                          <a:spcPts val="0"/>
                        </a:spcBef>
                        <a:spcAft>
                          <a:spcPts val="0"/>
                        </a:spcAft>
                        <a:buClrTx/>
                        <a:buSzTx/>
                        <a:buFontTx/>
                        <a:buNone/>
                        <a:tabLst/>
                        <a:defRPr/>
                      </a:pPr>
                      <a:endParaRPr kumimoji="0" lang="pt-PT" sz="2800" b="1" i="0" u="none" strike="noStrike" kern="1200" cap="none" spc="0" normalizeH="0" baseline="0" noProof="0" dirty="0">
                        <a:ln>
                          <a:noFill/>
                        </a:ln>
                        <a:solidFill>
                          <a:srgbClr val="0046FE"/>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00698214"/>
                  </a:ext>
                </a:extLst>
              </a:tr>
              <a:tr h="464781">
                <a:tc>
                  <a:txBody>
                    <a:bodyPr/>
                    <a:lstStyle/>
                    <a:p>
                      <a:pPr marL="0" indent="0" algn="r" defTabSz="914400" rtl="0" eaLnBrk="1" latinLnBrk="0" hangingPunct="1">
                        <a:lnSpc>
                          <a:spcPct val="100000"/>
                        </a:lnSpc>
                        <a:spcBef>
                          <a:spcPts val="0"/>
                        </a:spcBef>
                        <a:buFontTx/>
                        <a:buNone/>
                      </a:pPr>
                      <a:endParaRPr lang="pt-PT" sz="2800" b="1" i="0" kern="120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1" indent="0" algn="l" defTabSz="932597" rtl="0" eaLnBrk="1" fontAlgn="auto" latinLnBrk="0" hangingPunct="1">
                        <a:lnSpc>
                          <a:spcPct val="100000"/>
                        </a:lnSpc>
                        <a:spcBef>
                          <a:spcPts val="0"/>
                        </a:spcBef>
                        <a:spcAft>
                          <a:spcPts val="0"/>
                        </a:spcAft>
                        <a:buClrTx/>
                        <a:buSzTx/>
                        <a:buFontTx/>
                        <a:buNone/>
                        <a:tabLst/>
                        <a:defRPr/>
                      </a:pPr>
                      <a:endParaRPr kumimoji="0" lang="pt-PT" sz="2800" b="1" i="0" u="none" strike="noStrike" kern="1200" cap="none" spc="0" normalizeH="0" baseline="0" noProof="0" dirty="0">
                        <a:ln>
                          <a:noFill/>
                        </a:ln>
                        <a:solidFill>
                          <a:srgbClr val="0046FE"/>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70169040"/>
                  </a:ext>
                </a:extLst>
              </a:tr>
              <a:tr h="645828">
                <a:tc>
                  <a:txBody>
                    <a:bodyPr/>
                    <a:lstStyle/>
                    <a:p>
                      <a:pPr marL="0" indent="0" algn="r" defTabSz="914400" rtl="0" eaLnBrk="1" latinLnBrk="0" hangingPunct="1">
                        <a:lnSpc>
                          <a:spcPct val="100000"/>
                        </a:lnSpc>
                        <a:spcBef>
                          <a:spcPts val="0"/>
                        </a:spcBef>
                        <a:buFontTx/>
                        <a:buNone/>
                      </a:pPr>
                      <a:endParaRPr lang="pt-PT" sz="2800" b="1" i="0" kern="120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1" indent="0" algn="l" defTabSz="932597" rtl="0" eaLnBrk="1" fontAlgn="auto" latinLnBrk="0" hangingPunct="1">
                        <a:lnSpc>
                          <a:spcPct val="100000"/>
                        </a:lnSpc>
                        <a:spcBef>
                          <a:spcPts val="0"/>
                        </a:spcBef>
                        <a:spcAft>
                          <a:spcPts val="0"/>
                        </a:spcAft>
                        <a:buClrTx/>
                        <a:buSzTx/>
                        <a:buFontTx/>
                        <a:buNone/>
                        <a:tabLst/>
                        <a:defRPr/>
                      </a:pPr>
                      <a:endParaRPr kumimoji="0" lang="pt-PT" sz="2800" b="1" i="0" u="none" strike="noStrike" kern="1200" cap="none" spc="0" normalizeH="0" baseline="0" noProof="0" dirty="0">
                        <a:ln>
                          <a:noFill/>
                        </a:ln>
                        <a:solidFill>
                          <a:srgbClr val="0046FE"/>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31789344"/>
                  </a:ext>
                </a:extLst>
              </a:tr>
            </a:tbl>
          </a:graphicData>
        </a:graphic>
      </p:graphicFrame>
    </p:spTree>
    <p:extLst>
      <p:ext uri="{BB962C8B-B14F-4D97-AF65-F5344CB8AC3E}">
        <p14:creationId xmlns:p14="http://schemas.microsoft.com/office/powerpoint/2010/main" val="992529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B015211-7C95-4A57-C484-3D160F730BF6}"/>
              </a:ext>
            </a:extLst>
          </p:cNvPr>
          <p:cNvSpPr>
            <a:spLocks noGrp="1"/>
          </p:cNvSpPr>
          <p:nvPr>
            <p:ph type="title"/>
          </p:nvPr>
        </p:nvSpPr>
        <p:spPr>
          <a:xfrm>
            <a:off x="4790422" y="1992263"/>
            <a:ext cx="7403686" cy="941668"/>
          </a:xfrm>
        </p:spPr>
        <p:txBody>
          <a:bodyPr/>
          <a:lstStyle/>
          <a:p>
            <a:r>
              <a:rPr lang="pt-PT" dirty="0"/>
              <a:t>Contexto</a:t>
            </a:r>
          </a:p>
        </p:txBody>
      </p:sp>
      <p:sp>
        <p:nvSpPr>
          <p:cNvPr id="5" name="Marcador de Posição do Texto 4">
            <a:extLst>
              <a:ext uri="{FF2B5EF4-FFF2-40B4-BE49-F238E27FC236}">
                <a16:creationId xmlns:a16="http://schemas.microsoft.com/office/drawing/2014/main" id="{9C6DF85A-5E8B-D03D-7904-AA7B1D852D84}"/>
              </a:ext>
            </a:extLst>
          </p:cNvPr>
          <p:cNvSpPr>
            <a:spLocks noGrp="1"/>
          </p:cNvSpPr>
          <p:nvPr>
            <p:ph type="body" idx="1"/>
          </p:nvPr>
        </p:nvSpPr>
        <p:spPr/>
        <p:txBody>
          <a:bodyPr/>
          <a:lstStyle/>
          <a:p>
            <a:r>
              <a:rPr lang="pt-PT" dirty="0"/>
              <a:t>1</a:t>
            </a:r>
          </a:p>
        </p:txBody>
      </p:sp>
    </p:spTree>
    <p:extLst>
      <p:ext uri="{BB962C8B-B14F-4D97-AF65-F5344CB8AC3E}">
        <p14:creationId xmlns:p14="http://schemas.microsoft.com/office/powerpoint/2010/main" val="780191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E5FA011-CC18-C9D3-19A7-B3D472F9F014}"/>
              </a:ext>
            </a:extLst>
          </p:cNvPr>
          <p:cNvSpPr>
            <a:spLocks noGrp="1"/>
          </p:cNvSpPr>
          <p:nvPr>
            <p:ph type="title"/>
          </p:nvPr>
        </p:nvSpPr>
        <p:spPr>
          <a:xfrm>
            <a:off x="600777" y="791226"/>
            <a:ext cx="11031663" cy="384205"/>
          </a:xfrm>
        </p:spPr>
        <p:txBody>
          <a:bodyPr/>
          <a:lstStyle/>
          <a:p>
            <a:r>
              <a:rPr lang="pt-BR" sz="2448" dirty="0">
                <a:solidFill>
                  <a:srgbClr val="000000"/>
                </a:solidFill>
                <a:latin typeface="Segoe UI Semibold"/>
                <a:ea typeface="Segoe UI Semibold"/>
                <a:cs typeface="Segoe UI Semibold"/>
              </a:rPr>
              <a:t>Novo Gerente  do RH da IBM</a:t>
            </a:r>
          </a:p>
        </p:txBody>
      </p:sp>
      <p:sp>
        <p:nvSpPr>
          <p:cNvPr id="3" name="Footer Placeholder 2">
            <a:extLst>
              <a:ext uri="{FF2B5EF4-FFF2-40B4-BE49-F238E27FC236}">
                <a16:creationId xmlns:a16="http://schemas.microsoft.com/office/drawing/2014/main" id="{F2F27969-63BD-4066-6179-6E73AB121F9F}"/>
              </a:ext>
            </a:extLst>
          </p:cNvPr>
          <p:cNvSpPr>
            <a:spLocks noGrp="1"/>
          </p:cNvSpPr>
          <p:nvPr>
            <p:ph type="ftr" sz="quarter" idx="3"/>
          </p:nvPr>
        </p:nvSpPr>
        <p:spPr>
          <a:xfrm>
            <a:off x="591061" y="6569823"/>
            <a:ext cx="4233954" cy="160091"/>
          </a:xfrm>
        </p:spPr>
        <p:txBody>
          <a:bodyPr/>
          <a:lstStyle/>
          <a:p>
            <a:r>
              <a:rPr lang="pt-BR" b="0">
                <a:solidFill>
                  <a:srgbClr val="000000"/>
                </a:solidFill>
                <a:latin typeface="Segoe UI"/>
                <a:ea typeface="Segoe UI"/>
                <a:cs typeface="Segoe UI"/>
              </a:rPr>
              <a:t>© Copyright Microsoft Corporation. Todos os direitos reservados.</a:t>
            </a:r>
          </a:p>
        </p:txBody>
      </p:sp>
      <p:sp>
        <p:nvSpPr>
          <p:cNvPr id="2" name="AutoShape 2" descr="IBM | Temenos Partner">
            <a:extLst>
              <a:ext uri="{FF2B5EF4-FFF2-40B4-BE49-F238E27FC236}">
                <a16:creationId xmlns:a16="http://schemas.microsoft.com/office/drawing/2014/main" id="{774C1578-CFA3-2E71-B1CB-A26CF220DA35}"/>
              </a:ext>
            </a:extLst>
          </p:cNvPr>
          <p:cNvSpPr>
            <a:spLocks noChangeAspect="1" noChangeArrowheads="1"/>
          </p:cNvSpPr>
          <p:nvPr/>
        </p:nvSpPr>
        <p:spPr bwMode="auto">
          <a:xfrm>
            <a:off x="6064250" y="334486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0EAD18CA-B3AC-457A-0A47-577BD028A2D7}"/>
              </a:ext>
            </a:extLst>
          </p:cNvPr>
          <p:cNvPicPr>
            <a:picLocks noChangeAspect="1"/>
          </p:cNvPicPr>
          <p:nvPr/>
        </p:nvPicPr>
        <p:blipFill>
          <a:blip r:embed="rId3"/>
          <a:stretch>
            <a:fillRect/>
          </a:stretch>
        </p:blipFill>
        <p:spPr>
          <a:xfrm>
            <a:off x="2329012" y="1697062"/>
            <a:ext cx="7315200" cy="4114800"/>
          </a:xfrm>
          <a:prstGeom prst="rect">
            <a:avLst/>
          </a:prstGeom>
        </p:spPr>
      </p:pic>
    </p:spTree>
    <p:extLst>
      <p:ext uri="{BB962C8B-B14F-4D97-AF65-F5344CB8AC3E}">
        <p14:creationId xmlns:p14="http://schemas.microsoft.com/office/powerpoint/2010/main" val="53401880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372B4-C09F-B091-4BC4-011F8EB53312}"/>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86F8C86C-F891-C975-3FCE-1041DCBABFCE}"/>
              </a:ext>
            </a:extLst>
          </p:cNvPr>
          <p:cNvSpPr>
            <a:spLocks noGrp="1"/>
          </p:cNvSpPr>
          <p:nvPr>
            <p:ph type="title"/>
          </p:nvPr>
        </p:nvSpPr>
        <p:spPr>
          <a:xfrm>
            <a:off x="4790422" y="1992263"/>
            <a:ext cx="7403686" cy="941668"/>
          </a:xfrm>
        </p:spPr>
        <p:txBody>
          <a:bodyPr/>
          <a:lstStyle/>
          <a:p>
            <a:r>
              <a:rPr lang="pt-PT" dirty="0"/>
              <a:t>Dataset</a:t>
            </a:r>
          </a:p>
        </p:txBody>
      </p:sp>
      <p:sp>
        <p:nvSpPr>
          <p:cNvPr id="5" name="Marcador de Posição do Texto 4">
            <a:extLst>
              <a:ext uri="{FF2B5EF4-FFF2-40B4-BE49-F238E27FC236}">
                <a16:creationId xmlns:a16="http://schemas.microsoft.com/office/drawing/2014/main" id="{3B965232-F104-87C5-CAD1-BDC6C9D1E678}"/>
              </a:ext>
            </a:extLst>
          </p:cNvPr>
          <p:cNvSpPr>
            <a:spLocks noGrp="1"/>
          </p:cNvSpPr>
          <p:nvPr>
            <p:ph type="body" idx="1"/>
          </p:nvPr>
        </p:nvSpPr>
        <p:spPr/>
        <p:txBody>
          <a:bodyPr/>
          <a:lstStyle/>
          <a:p>
            <a:r>
              <a:rPr lang="pt-PT" dirty="0"/>
              <a:t>2</a:t>
            </a:r>
          </a:p>
        </p:txBody>
      </p:sp>
    </p:spTree>
    <p:extLst>
      <p:ext uri="{BB962C8B-B14F-4D97-AF65-F5344CB8AC3E}">
        <p14:creationId xmlns:p14="http://schemas.microsoft.com/office/powerpoint/2010/main" val="867602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07EEFF52-884B-10FA-1A92-78BA053AF324}"/>
              </a:ext>
            </a:extLst>
          </p:cNvPr>
          <p:cNvSpPr>
            <a:spLocks noGrp="1"/>
          </p:cNvSpPr>
          <p:nvPr>
            <p:ph type="title"/>
          </p:nvPr>
        </p:nvSpPr>
        <p:spPr>
          <a:xfrm>
            <a:off x="600820" y="623414"/>
            <a:ext cx="11461750" cy="512317"/>
          </a:xfrm>
        </p:spPr>
        <p:txBody>
          <a:bodyPr/>
          <a:lstStyle/>
          <a:p>
            <a:r>
              <a:rPr lang="pt-PT" dirty="0"/>
              <a:t>'IBM HR Analytics Employee Attrition &amp; Performance'</a:t>
            </a:r>
            <a:r>
              <a:rPr lang="pt-BR" sz="3264" b="0" dirty="0">
                <a:solidFill>
                  <a:srgbClr val="000000"/>
                </a:solidFill>
                <a:latin typeface="Segoe UI Semibold"/>
                <a:ea typeface="Segoe UI Semibold"/>
                <a:cs typeface="Segoe UI Semibold"/>
              </a:rPr>
              <a:t> </a:t>
            </a:r>
          </a:p>
        </p:txBody>
      </p:sp>
      <p:pic>
        <p:nvPicPr>
          <p:cNvPr id="6" name="Picture 5">
            <a:extLst>
              <a:ext uri="{FF2B5EF4-FFF2-40B4-BE49-F238E27FC236}">
                <a16:creationId xmlns:a16="http://schemas.microsoft.com/office/drawing/2014/main" id="{2636CAB7-AA52-2397-1A59-480799582BC4}"/>
              </a:ext>
            </a:extLst>
          </p:cNvPr>
          <p:cNvPicPr>
            <a:picLocks noChangeAspect="1"/>
          </p:cNvPicPr>
          <p:nvPr/>
        </p:nvPicPr>
        <p:blipFill>
          <a:blip r:embed="rId3"/>
          <a:stretch>
            <a:fillRect/>
          </a:stretch>
        </p:blipFill>
        <p:spPr>
          <a:xfrm>
            <a:off x="888852" y="1769070"/>
            <a:ext cx="8415509" cy="4135346"/>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B3232-AC7A-67B1-3BEF-A6E9F358DC87}"/>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78AECD25-5F0D-E8B9-7BB1-64210F12433B}"/>
              </a:ext>
            </a:extLst>
          </p:cNvPr>
          <p:cNvSpPr>
            <a:spLocks noGrp="1"/>
          </p:cNvSpPr>
          <p:nvPr>
            <p:ph type="title"/>
          </p:nvPr>
        </p:nvSpPr>
        <p:spPr>
          <a:xfrm>
            <a:off x="4790422" y="1992263"/>
            <a:ext cx="7403686" cy="941668"/>
          </a:xfrm>
        </p:spPr>
        <p:txBody>
          <a:bodyPr/>
          <a:lstStyle/>
          <a:p>
            <a:r>
              <a:rPr lang="pt-PT" dirty="0"/>
              <a:t>ETAPAS</a:t>
            </a:r>
          </a:p>
        </p:txBody>
      </p:sp>
      <p:sp>
        <p:nvSpPr>
          <p:cNvPr id="5" name="Marcador de Posição do Texto 4">
            <a:extLst>
              <a:ext uri="{FF2B5EF4-FFF2-40B4-BE49-F238E27FC236}">
                <a16:creationId xmlns:a16="http://schemas.microsoft.com/office/drawing/2014/main" id="{F1380C27-9307-DC21-78CA-9F1240EB47D6}"/>
              </a:ext>
            </a:extLst>
          </p:cNvPr>
          <p:cNvSpPr>
            <a:spLocks noGrp="1"/>
          </p:cNvSpPr>
          <p:nvPr>
            <p:ph type="body" idx="1"/>
          </p:nvPr>
        </p:nvSpPr>
        <p:spPr/>
        <p:txBody>
          <a:bodyPr/>
          <a:lstStyle/>
          <a:p>
            <a:r>
              <a:rPr lang="pt-PT" dirty="0"/>
              <a:t>3</a:t>
            </a:r>
          </a:p>
        </p:txBody>
      </p:sp>
    </p:spTree>
    <p:extLst>
      <p:ext uri="{BB962C8B-B14F-4D97-AF65-F5344CB8AC3E}">
        <p14:creationId xmlns:p14="http://schemas.microsoft.com/office/powerpoint/2010/main" val="2972253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44703-A8CB-10EF-7FA2-95C4C3802485}"/>
            </a:ext>
          </a:extLst>
        </p:cNvPr>
        <p:cNvGrpSpPr/>
        <p:nvPr/>
      </p:nvGrpSpPr>
      <p:grpSpPr>
        <a:xfrm>
          <a:off x="0" y="0"/>
          <a:ext cx="0" cy="0"/>
          <a:chOff x="0" y="0"/>
          <a:chExt cx="0" cy="0"/>
        </a:xfrm>
      </p:grpSpPr>
      <p:sp>
        <p:nvSpPr>
          <p:cNvPr id="37" name="Title 36">
            <a:extLst>
              <a:ext uri="{FF2B5EF4-FFF2-40B4-BE49-F238E27FC236}">
                <a16:creationId xmlns:a16="http://schemas.microsoft.com/office/drawing/2014/main" id="{91F55885-CF80-676D-0739-EBB79401E12C}"/>
              </a:ext>
            </a:extLst>
          </p:cNvPr>
          <p:cNvSpPr>
            <a:spLocks noGrp="1"/>
          </p:cNvSpPr>
          <p:nvPr>
            <p:ph type="title"/>
          </p:nvPr>
        </p:nvSpPr>
        <p:spPr>
          <a:xfrm>
            <a:off x="600820" y="688434"/>
            <a:ext cx="11461750" cy="369332"/>
          </a:xfrm>
        </p:spPr>
        <p:txBody>
          <a:bodyPr/>
          <a:lstStyle/>
          <a:p>
            <a:pPr marL="342900" lvl="0" indent="-342900" algn="just">
              <a:spcBef>
                <a:spcPts val="1200"/>
              </a:spcBef>
              <a:spcAft>
                <a:spcPts val="300"/>
              </a:spcAft>
              <a:buFont typeface="+mj-lt"/>
              <a:buAutoNum type="arabicPeriod"/>
            </a:pPr>
            <a:r>
              <a:rPr lang="pt-PT" sz="2400" dirty="0">
                <a:solidFill>
                  <a:srgbClr val="0046FE"/>
                </a:solidFill>
                <a:latin typeface="Segoe UI" panose="020B0502040204020203" pitchFamily="34" charset="0"/>
                <a:ea typeface="Times New Roman" panose="02020603050405020304" pitchFamily="18" charset="0"/>
                <a:cs typeface="Arial" panose="020B0604020202020204" pitchFamily="34" charset="0"/>
              </a:rPr>
              <a:t>Entrevista com o cliente</a:t>
            </a:r>
            <a:endParaRPr lang="en-US" sz="3600" dirty="0">
              <a:solidFill>
                <a:srgbClr val="0046FE"/>
              </a:solidFill>
              <a:latin typeface="Segoe UI" panose="020B0502040204020203" pitchFamily="34" charset="0"/>
              <a:ea typeface="Times New Roman" panose="02020603050405020304" pitchFamily="18" charset="0"/>
              <a:cs typeface="Arial" panose="020B0604020202020204" pitchFamily="34" charset="0"/>
            </a:endParaRPr>
          </a:p>
        </p:txBody>
      </p:sp>
      <p:sp>
        <p:nvSpPr>
          <p:cNvPr id="2" name="TextBox 1">
            <a:extLst>
              <a:ext uri="{FF2B5EF4-FFF2-40B4-BE49-F238E27FC236}">
                <a16:creationId xmlns:a16="http://schemas.microsoft.com/office/drawing/2014/main" id="{A9E00605-7517-E9DF-7DEC-C58BB16145A7}"/>
              </a:ext>
            </a:extLst>
          </p:cNvPr>
          <p:cNvSpPr txBox="1"/>
          <p:nvPr/>
        </p:nvSpPr>
        <p:spPr>
          <a:xfrm>
            <a:off x="1968972" y="5876892"/>
            <a:ext cx="6400205" cy="215444"/>
          </a:xfrm>
          <a:prstGeom prst="rect">
            <a:avLst/>
          </a:prstGeom>
          <a:noFill/>
        </p:spPr>
        <p:txBody>
          <a:bodyPr wrap="none" lIns="36000" tIns="0" rIns="36000" bIns="0" rtlCol="0">
            <a:spAutoFit/>
          </a:bodyPr>
          <a:lstStyle/>
          <a:p>
            <a:pPr marL="285750" indent="-285750" algn="l">
              <a:buClr>
                <a:schemeClr val="tx2"/>
              </a:buClr>
              <a:buFont typeface="Arial"/>
              <a:buChar char="•"/>
            </a:pPr>
            <a:r>
              <a:rPr lang="pt-BR" sz="1400" dirty="0"/>
              <a:t>Em Grupos de 5  pessoas vocês terão  20  minutos para entrevistar o cliente </a:t>
            </a:r>
            <a:endParaRPr lang="en-US" sz="1400" dirty="0"/>
          </a:p>
        </p:txBody>
      </p:sp>
      <p:sp>
        <p:nvSpPr>
          <p:cNvPr id="3" name="AutoShape 2" descr="Questo meeting poteva essere un'e-mail | TECNOSTRESS">
            <a:extLst>
              <a:ext uri="{FF2B5EF4-FFF2-40B4-BE49-F238E27FC236}">
                <a16:creationId xmlns:a16="http://schemas.microsoft.com/office/drawing/2014/main" id="{6FFE810D-5ADB-2FEF-D267-FFD4AA239365}"/>
              </a:ext>
            </a:extLst>
          </p:cNvPr>
          <p:cNvSpPr>
            <a:spLocks noChangeAspect="1" noChangeArrowheads="1"/>
          </p:cNvSpPr>
          <p:nvPr/>
        </p:nvSpPr>
        <p:spPr bwMode="auto">
          <a:xfrm>
            <a:off x="6064250" y="334486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0BD555D9-D4CD-0C98-7705-C2A15AB4AC10}"/>
              </a:ext>
            </a:extLst>
          </p:cNvPr>
          <p:cNvPicPr>
            <a:picLocks noChangeAspect="1"/>
          </p:cNvPicPr>
          <p:nvPr/>
        </p:nvPicPr>
        <p:blipFill>
          <a:blip r:embed="rId3"/>
          <a:stretch>
            <a:fillRect/>
          </a:stretch>
        </p:blipFill>
        <p:spPr>
          <a:xfrm>
            <a:off x="2329012" y="1436596"/>
            <a:ext cx="6181998" cy="4121332"/>
          </a:xfrm>
          <a:prstGeom prst="rect">
            <a:avLst/>
          </a:prstGeom>
        </p:spPr>
      </p:pic>
    </p:spTree>
    <p:extLst>
      <p:ext uri="{BB962C8B-B14F-4D97-AF65-F5344CB8AC3E}">
        <p14:creationId xmlns:p14="http://schemas.microsoft.com/office/powerpoint/2010/main" val="342891007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DB348-3D3F-50FE-CE6F-D1C97CB1B25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283EA16-3F4A-6DE2-4714-736952B44DFB}"/>
              </a:ext>
            </a:extLst>
          </p:cNvPr>
          <p:cNvSpPr txBox="1"/>
          <p:nvPr/>
        </p:nvSpPr>
        <p:spPr>
          <a:xfrm>
            <a:off x="600820" y="760958"/>
            <a:ext cx="6238874" cy="1953292"/>
          </a:xfrm>
          <a:prstGeom prst="rect">
            <a:avLst/>
          </a:prstGeom>
          <a:noFill/>
        </p:spPr>
        <p:txBody>
          <a:bodyPr wrap="square">
            <a:spAutoFit/>
          </a:bodyPr>
          <a:lstStyle/>
          <a:p>
            <a:pPr lvl="0" algn="just">
              <a:spcBef>
                <a:spcPts val="1200"/>
              </a:spcBef>
              <a:spcAft>
                <a:spcPts val="300"/>
              </a:spcAft>
            </a:pPr>
            <a:r>
              <a:rPr lang="pt-PT" sz="2800" b="1" dirty="0">
                <a:solidFill>
                  <a:srgbClr val="0046FE"/>
                </a:solidFill>
                <a:effectLst/>
                <a:latin typeface="Segoe UI" panose="020B0502040204020203" pitchFamily="34" charset="0"/>
                <a:ea typeface="Times New Roman" panose="02020603050405020304" pitchFamily="18" charset="0"/>
                <a:cs typeface="Arial" panose="020B0604020202020204" pitchFamily="34" charset="0"/>
              </a:rPr>
              <a:t>2.Analisar o dataset</a:t>
            </a:r>
            <a:endParaRPr lang="en-US" sz="4000" b="1" dirty="0">
              <a:solidFill>
                <a:srgbClr val="0046FE"/>
              </a:solidFill>
              <a:effectLst/>
              <a:latin typeface="Segoe UI" panose="020B0502040204020203"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200"/>
              </a:spcAft>
              <a:buFont typeface="Wingdings" panose="05000000000000000000" pitchFamily="2" charset="2"/>
              <a:buChar char=""/>
            </a:pPr>
            <a:r>
              <a:rPr lang="pt-PT" sz="2400" u="none" strike="noStrike" dirty="0">
                <a:solidFill>
                  <a:srgbClr val="002C52"/>
                </a:solidFill>
                <a:effectLst/>
                <a:latin typeface="Segoe UI" panose="020B0502040204020203" pitchFamily="34" charset="0"/>
                <a:ea typeface="Times New Roman" panose="02020603050405020304" pitchFamily="18" charset="0"/>
                <a:cs typeface="Times New Roman" panose="02020603050405020304" pitchFamily="18" charset="0"/>
              </a:rPr>
              <a:t>Descarregar o dataset do </a:t>
            </a:r>
            <a:r>
              <a:rPr lang="pt-PT" sz="1800" u="none" strike="noStrike" dirty="0">
                <a:solidFill>
                  <a:srgbClr val="002C52"/>
                </a:solidFill>
                <a:effectLst/>
                <a:latin typeface="Arial" panose="020B0604020202020204" pitchFamily="34" charset="0"/>
                <a:ea typeface="Times New Roman" panose="02020603050405020304" pitchFamily="18" charset="0"/>
                <a:cs typeface="Times New Roman" panose="02020603050405020304" pitchFamily="18" charset="0"/>
                <a:hlinkClick r:id="rId3"/>
              </a:rPr>
              <a:t>Kaggle</a:t>
            </a:r>
            <a:r>
              <a:rPr lang="pt-PT" sz="2400" u="none" strike="noStrike" dirty="0">
                <a:solidFill>
                  <a:srgbClr val="002C52"/>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US" sz="2400" u="none" strike="noStrike" dirty="0">
              <a:solidFill>
                <a:srgbClr val="002C52"/>
              </a:solidFill>
              <a:effectLst/>
              <a:latin typeface="Segoe UI" panose="020B0502040204020203"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1200"/>
              </a:spcAft>
              <a:buFont typeface="Wingdings" panose="05000000000000000000" pitchFamily="2" charset="2"/>
              <a:buChar char=""/>
            </a:pPr>
            <a:r>
              <a:rPr lang="pt-PT" sz="2400" u="none" strike="noStrike" dirty="0">
                <a:solidFill>
                  <a:srgbClr val="002C52"/>
                </a:solidFill>
                <a:effectLst/>
                <a:latin typeface="Segoe UI" panose="020B0502040204020203" pitchFamily="34" charset="0"/>
                <a:ea typeface="Times New Roman" panose="02020603050405020304" pitchFamily="18" charset="0"/>
                <a:cs typeface="Times New Roman" panose="02020603050405020304" pitchFamily="18" charset="0"/>
              </a:rPr>
              <a:t>Analisar o dataset e criar um dicionário de dado</a:t>
            </a:r>
            <a:endParaRPr lang="en-US" sz="2400" u="none" strike="noStrike" dirty="0">
              <a:solidFill>
                <a:srgbClr val="002C52"/>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3B1DE5B-6349-5043-0366-E73CCBC18247}"/>
              </a:ext>
            </a:extLst>
          </p:cNvPr>
          <p:cNvSpPr txBox="1"/>
          <p:nvPr/>
        </p:nvSpPr>
        <p:spPr>
          <a:xfrm>
            <a:off x="600820" y="3353246"/>
            <a:ext cx="10387130" cy="2492990"/>
          </a:xfrm>
          <a:prstGeom prst="rect">
            <a:avLst/>
          </a:prstGeom>
          <a:noFill/>
        </p:spPr>
        <p:txBody>
          <a:bodyPr wrap="none" lIns="36000" tIns="0" rIns="36000" bIns="0" rtlCol="0">
            <a:spAutoFit/>
          </a:bodyPr>
          <a:lstStyle/>
          <a:p>
            <a:pPr lvl="0"/>
            <a:r>
              <a:rPr lang="pt-PT" sz="2800" b="1" dirty="0">
                <a:solidFill>
                  <a:srgbClr val="0046FE"/>
                </a:solidFill>
                <a:latin typeface="Segoe UI" panose="020B0502040204020203" pitchFamily="34" charset="0"/>
                <a:cs typeface="Arial" panose="020B0604020202020204" pitchFamily="34" charset="0"/>
              </a:rPr>
              <a:t>3.Importação de dados e análise exploratória de dados com R</a:t>
            </a:r>
            <a:endParaRPr lang="en-US" sz="2800" b="1" dirty="0">
              <a:solidFill>
                <a:srgbClr val="0046FE"/>
              </a:solidFill>
              <a:latin typeface="Segoe UI" panose="020B0502040204020203" pitchFamily="34" charset="0"/>
              <a:cs typeface="Arial" panose="020B0604020202020204" pitchFamily="34" charset="0"/>
            </a:endParaRPr>
          </a:p>
          <a:p>
            <a:pPr lvl="0"/>
            <a:r>
              <a:rPr lang="pt-PT" sz="2400" dirty="0"/>
              <a:t>Carregar o dataset no R.</a:t>
            </a:r>
            <a:endParaRPr lang="en-US" sz="2400" dirty="0"/>
          </a:p>
          <a:p>
            <a:pPr lvl="0"/>
            <a:r>
              <a:rPr lang="pt-PT" sz="2400" dirty="0"/>
              <a:t>Realizar a respetiva análise estatística descritiva:</a:t>
            </a:r>
            <a:endParaRPr lang="en-US" sz="2400" dirty="0"/>
          </a:p>
          <a:p>
            <a:pPr lvl="1"/>
            <a:r>
              <a:rPr lang="pt-PT" sz="2400" dirty="0"/>
              <a:t>Distribuição das variáveis (médias, medianas, desvio padrão, …).</a:t>
            </a:r>
            <a:endParaRPr lang="en-US" sz="2400" dirty="0"/>
          </a:p>
          <a:p>
            <a:pPr lvl="1"/>
            <a:r>
              <a:rPr lang="pt-PT" sz="2400" dirty="0"/>
              <a:t>Identificação de dados ausentes ou inconsistentes.</a:t>
            </a:r>
            <a:endParaRPr lang="en-US" sz="2400" dirty="0"/>
          </a:p>
          <a:p>
            <a:pPr lvl="1"/>
            <a:r>
              <a:rPr lang="pt-PT" sz="2400" dirty="0"/>
              <a:t>Gerar gráficos básicos (histogramas, boxplots, correlações, …).</a:t>
            </a:r>
            <a:endParaRPr lang="en-US" sz="2400" dirty="0"/>
          </a:p>
          <a:p>
            <a:pPr marL="285750" indent="-285750" algn="l">
              <a:buClr>
                <a:schemeClr val="tx2"/>
              </a:buClr>
              <a:buFont typeface="Arial"/>
              <a:buChar char="•"/>
            </a:pPr>
            <a:endParaRPr lang="en-US" sz="1400" dirty="0"/>
          </a:p>
        </p:txBody>
      </p:sp>
    </p:spTree>
    <p:extLst>
      <p:ext uri="{BB962C8B-B14F-4D97-AF65-F5344CB8AC3E}">
        <p14:creationId xmlns:p14="http://schemas.microsoft.com/office/powerpoint/2010/main" val="10051649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FE56F-3A4E-2E13-0194-20BB1F113CE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091B18-CABE-EA17-25B6-DCE5D215113A}"/>
              </a:ext>
            </a:extLst>
          </p:cNvPr>
          <p:cNvSpPr txBox="1"/>
          <p:nvPr/>
        </p:nvSpPr>
        <p:spPr>
          <a:xfrm>
            <a:off x="600820" y="760958"/>
            <a:ext cx="11089232" cy="1532343"/>
          </a:xfrm>
          <a:prstGeom prst="rect">
            <a:avLst/>
          </a:prstGeom>
          <a:noFill/>
        </p:spPr>
        <p:txBody>
          <a:bodyPr wrap="square">
            <a:spAutoFit/>
          </a:bodyPr>
          <a:lstStyle/>
          <a:p>
            <a:pPr lvl="0"/>
            <a:r>
              <a:rPr lang="pt-PT" sz="2800" b="1" dirty="0">
                <a:solidFill>
                  <a:srgbClr val="0046FE"/>
                </a:solidFill>
                <a:latin typeface="Segoe UI" panose="020B0502040204020203" pitchFamily="34" charset="0"/>
                <a:cs typeface="Arial" panose="020B0604020202020204" pitchFamily="34" charset="0"/>
              </a:rPr>
              <a:t>4.Normalização de dados em modelo relacional com SQL Server</a:t>
            </a:r>
            <a:endParaRPr lang="en-US" sz="2800" b="1" dirty="0">
              <a:solidFill>
                <a:srgbClr val="0046FE"/>
              </a:solidFill>
              <a:latin typeface="Segoe UI" panose="020B0502040204020203" pitchFamily="34" charset="0"/>
              <a:cs typeface="Arial" panose="020B0604020202020204" pitchFamily="34" charset="0"/>
            </a:endParaRPr>
          </a:p>
          <a:p>
            <a:pPr lvl="0"/>
            <a:r>
              <a:rPr lang="pt-PT" dirty="0"/>
              <a:t>Normalizar o dataset original com uma estrutura de base de dados relacional.</a:t>
            </a:r>
            <a:endParaRPr lang="en-US" dirty="0"/>
          </a:p>
          <a:p>
            <a:pPr lvl="0"/>
            <a:r>
              <a:rPr lang="pt-PT" dirty="0"/>
              <a:t>Aplicar até à 3ª Forma Normal (3FN).</a:t>
            </a:r>
            <a:endParaRPr lang="en-US" dirty="0"/>
          </a:p>
          <a:p>
            <a:pPr lvl="0"/>
            <a:r>
              <a:rPr lang="pt-PT" dirty="0"/>
              <a:t>Justificar as decisões de normalização.</a:t>
            </a:r>
            <a:endParaRPr lang="en-US" dirty="0"/>
          </a:p>
        </p:txBody>
      </p:sp>
      <p:sp>
        <p:nvSpPr>
          <p:cNvPr id="6" name="TextBox 5">
            <a:extLst>
              <a:ext uri="{FF2B5EF4-FFF2-40B4-BE49-F238E27FC236}">
                <a16:creationId xmlns:a16="http://schemas.microsoft.com/office/drawing/2014/main" id="{F5247142-100A-3299-6417-7C83AA80DB82}"/>
              </a:ext>
            </a:extLst>
          </p:cNvPr>
          <p:cNvSpPr txBox="1"/>
          <p:nvPr/>
        </p:nvSpPr>
        <p:spPr>
          <a:xfrm>
            <a:off x="600820" y="3353246"/>
            <a:ext cx="5753874" cy="1384995"/>
          </a:xfrm>
          <a:prstGeom prst="rect">
            <a:avLst/>
          </a:prstGeom>
          <a:noFill/>
        </p:spPr>
        <p:txBody>
          <a:bodyPr wrap="none" lIns="36000" tIns="0" rIns="36000" bIns="0" rtlCol="0">
            <a:spAutoFit/>
          </a:bodyPr>
          <a:lstStyle/>
          <a:p>
            <a:pPr lvl="0"/>
            <a:r>
              <a:rPr lang="pt-PT" sz="2800" b="1" dirty="0">
                <a:solidFill>
                  <a:srgbClr val="0046FE"/>
                </a:solidFill>
                <a:latin typeface="Segoe UI" panose="020B0502040204020203" pitchFamily="34" charset="0"/>
                <a:cs typeface="Arial" panose="020B0604020202020204" pitchFamily="34" charset="0"/>
              </a:rPr>
              <a:t>5.</a:t>
            </a:r>
            <a:r>
              <a:rPr lang="pt-PT" b="1" dirty="0"/>
              <a:t> </a:t>
            </a:r>
            <a:r>
              <a:rPr lang="pt-PT" sz="2800" b="1" dirty="0">
                <a:solidFill>
                  <a:srgbClr val="0046FE"/>
                </a:solidFill>
                <a:latin typeface="Segoe UI" panose="020B0502040204020203" pitchFamily="34" charset="0"/>
                <a:cs typeface="Arial" panose="020B0604020202020204" pitchFamily="34" charset="0"/>
              </a:rPr>
              <a:t>Criação de Consultas com SQL</a:t>
            </a:r>
            <a:endParaRPr lang="en-US" sz="2800" b="1" dirty="0">
              <a:solidFill>
                <a:srgbClr val="0046FE"/>
              </a:solidFill>
              <a:latin typeface="Segoe UI" panose="020B0502040204020203" pitchFamily="34" charset="0"/>
              <a:cs typeface="Arial" panose="020B0604020202020204" pitchFamily="34" charset="0"/>
            </a:endParaRPr>
          </a:p>
          <a:p>
            <a:pPr lvl="1"/>
            <a:r>
              <a:rPr lang="pt-PT" sz="2400" dirty="0"/>
              <a:t>Criar as tabelas.</a:t>
            </a:r>
            <a:endParaRPr lang="en-US" sz="2400" dirty="0"/>
          </a:p>
          <a:p>
            <a:pPr lvl="1"/>
            <a:r>
              <a:rPr lang="pt-PT" sz="2400" dirty="0"/>
              <a:t>Inserir dados de exemplo do negócio.</a:t>
            </a:r>
            <a:endParaRPr lang="en-US" sz="2400" dirty="0"/>
          </a:p>
          <a:p>
            <a:pPr marL="285750" indent="-285750" algn="l">
              <a:buClr>
                <a:schemeClr val="tx2"/>
              </a:buClr>
              <a:buFont typeface="Arial"/>
              <a:buChar char="•"/>
            </a:pPr>
            <a:endParaRPr lang="en-US" sz="1400" dirty="0"/>
          </a:p>
        </p:txBody>
      </p:sp>
    </p:spTree>
    <p:extLst>
      <p:ext uri="{BB962C8B-B14F-4D97-AF65-F5344CB8AC3E}">
        <p14:creationId xmlns:p14="http://schemas.microsoft.com/office/powerpoint/2010/main" val="31785484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E879B-A60F-34F6-8811-ACFBE10793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11A6B8C-B2D6-2459-F256-41A9D7C3FCF8}"/>
              </a:ext>
            </a:extLst>
          </p:cNvPr>
          <p:cNvSpPr txBox="1"/>
          <p:nvPr/>
        </p:nvSpPr>
        <p:spPr>
          <a:xfrm>
            <a:off x="600820" y="760958"/>
            <a:ext cx="11089232" cy="3042628"/>
          </a:xfrm>
          <a:prstGeom prst="rect">
            <a:avLst/>
          </a:prstGeom>
          <a:noFill/>
        </p:spPr>
        <p:txBody>
          <a:bodyPr wrap="square">
            <a:spAutoFit/>
          </a:bodyPr>
          <a:lstStyle/>
          <a:p>
            <a:pPr lvl="0"/>
            <a:r>
              <a:rPr lang="pt-PT" sz="2800" b="1" dirty="0">
                <a:solidFill>
                  <a:srgbClr val="0046FE"/>
                </a:solidFill>
                <a:latin typeface="Segoe UI" panose="020B0502040204020203" pitchFamily="34" charset="0"/>
                <a:cs typeface="Arial" panose="020B0604020202020204" pitchFamily="34" charset="0"/>
              </a:rPr>
              <a:t>6.Transformação de dados no Power Query</a:t>
            </a:r>
            <a:endParaRPr lang="en-US" sz="2800" b="1" dirty="0">
              <a:solidFill>
                <a:srgbClr val="0046FE"/>
              </a:solidFill>
              <a:latin typeface="Segoe UI" panose="020B0502040204020203" pitchFamily="34" charset="0"/>
              <a:cs typeface="Arial" panose="020B0604020202020204" pitchFamily="34" charset="0"/>
            </a:endParaRPr>
          </a:p>
          <a:p>
            <a:pPr lvl="0"/>
            <a:r>
              <a:rPr lang="pt-PT" dirty="0"/>
              <a:t>Importar os dados no Power BI Desktop.</a:t>
            </a:r>
            <a:br>
              <a:rPr lang="pt-PT" dirty="0"/>
            </a:br>
            <a:r>
              <a:rPr lang="pt-PT" sz="2400" dirty="0"/>
              <a:t>Usar Power Query para efetuar as necessárias transformações, como:</a:t>
            </a:r>
            <a:endParaRPr lang="en-US" sz="2400" dirty="0"/>
          </a:p>
          <a:p>
            <a:pPr lvl="1"/>
            <a:r>
              <a:rPr lang="pt-PT" sz="2400" dirty="0"/>
              <a:t>Remoção colunas desnecessárias</a:t>
            </a:r>
            <a:endParaRPr lang="en-US" sz="2400" dirty="0"/>
          </a:p>
          <a:p>
            <a:pPr lvl="1"/>
            <a:r>
              <a:rPr lang="pt-PT" sz="2400" dirty="0"/>
              <a:t>Remoção de duplicados</a:t>
            </a:r>
            <a:endParaRPr lang="en-US" sz="2400" dirty="0"/>
          </a:p>
          <a:p>
            <a:pPr lvl="1"/>
            <a:r>
              <a:rPr lang="pt-PT" sz="2400" dirty="0"/>
              <a:t>Renomeação de colunas, alteração de tipos de dados, entre outros.</a:t>
            </a:r>
            <a:endParaRPr lang="en-US" sz="2400" dirty="0"/>
          </a:p>
          <a:p>
            <a:pPr lvl="0"/>
            <a:r>
              <a:rPr lang="pt-PT" sz="2400" dirty="0"/>
              <a:t>Criar colunas derivadas relevantes para análise.</a:t>
            </a:r>
            <a:endParaRPr lang="en-US" sz="2400" dirty="0"/>
          </a:p>
          <a:p>
            <a:pPr lvl="0"/>
            <a:endParaRPr lang="en-US" dirty="0"/>
          </a:p>
        </p:txBody>
      </p:sp>
      <p:sp>
        <p:nvSpPr>
          <p:cNvPr id="6" name="TextBox 5">
            <a:extLst>
              <a:ext uri="{FF2B5EF4-FFF2-40B4-BE49-F238E27FC236}">
                <a16:creationId xmlns:a16="http://schemas.microsoft.com/office/drawing/2014/main" id="{3A67E69D-CE97-88CA-4F42-22309D90EDD1}"/>
              </a:ext>
            </a:extLst>
          </p:cNvPr>
          <p:cNvSpPr txBox="1"/>
          <p:nvPr/>
        </p:nvSpPr>
        <p:spPr>
          <a:xfrm>
            <a:off x="600820" y="4145334"/>
            <a:ext cx="10288705" cy="2328201"/>
          </a:xfrm>
          <a:prstGeom prst="rect">
            <a:avLst/>
          </a:prstGeom>
          <a:noFill/>
        </p:spPr>
        <p:txBody>
          <a:bodyPr wrap="none" lIns="36000" tIns="0" rIns="36000" bIns="0" rtlCol="0">
            <a:spAutoFit/>
          </a:bodyPr>
          <a:lstStyle/>
          <a:p>
            <a:r>
              <a:rPr lang="pt-PT" sz="2800" b="1" dirty="0">
                <a:solidFill>
                  <a:srgbClr val="0046FE"/>
                </a:solidFill>
                <a:latin typeface="Segoe UI" panose="020B0502040204020203" pitchFamily="34" charset="0"/>
                <a:cs typeface="Arial" panose="020B0604020202020204" pitchFamily="34" charset="0"/>
              </a:rPr>
              <a:t>7. Implementação do modelo de dados no Power BI Desktop</a:t>
            </a:r>
            <a:endParaRPr lang="en-US" sz="2800" b="1" dirty="0">
              <a:solidFill>
                <a:srgbClr val="0046FE"/>
              </a:solidFill>
              <a:latin typeface="Segoe UI" panose="020B0502040204020203" pitchFamily="34" charset="0"/>
              <a:cs typeface="Arial" panose="020B0604020202020204" pitchFamily="34" charset="0"/>
            </a:endParaRPr>
          </a:p>
          <a:p>
            <a:pPr marL="342900" lvl="0" indent="-342900">
              <a:buFont typeface="Arial" panose="020B0604020202020204" pitchFamily="34" charset="0"/>
              <a:buChar char="•"/>
            </a:pPr>
            <a:r>
              <a:rPr lang="pt-PT" dirty="0"/>
              <a:t>Gerar um modelo usando as convenções das tabelas dimensão e facto.</a:t>
            </a:r>
            <a:endParaRPr lang="en-US" dirty="0"/>
          </a:p>
          <a:p>
            <a:pPr marL="342900" lvl="0" indent="-342900">
              <a:buFont typeface="Arial" panose="020B0604020202020204" pitchFamily="34" charset="0"/>
              <a:buChar char="•"/>
            </a:pPr>
            <a:r>
              <a:rPr lang="pt-PT" dirty="0"/>
              <a:t>Gerar uma tabela de calendário.</a:t>
            </a:r>
            <a:endParaRPr lang="en-US" dirty="0"/>
          </a:p>
          <a:p>
            <a:pPr marL="342900" lvl="0" indent="-342900">
              <a:buFont typeface="Arial" panose="020B0604020202020204" pitchFamily="34" charset="0"/>
              <a:buChar char="•"/>
            </a:pPr>
            <a:r>
              <a:rPr lang="pt-PT" dirty="0"/>
              <a:t>Criar um modelo dimensional com o esquema estrela.</a:t>
            </a:r>
            <a:endParaRPr lang="en-US" dirty="0"/>
          </a:p>
          <a:p>
            <a:pPr marL="342900" lvl="0" indent="-342900">
              <a:buFont typeface="Arial" panose="020B0604020202020204" pitchFamily="34" charset="0"/>
              <a:buChar char="•"/>
            </a:pPr>
            <a:r>
              <a:rPr lang="pt-PT" dirty="0"/>
              <a:t>Relacionar corretamente as tabelas do modelo.</a:t>
            </a:r>
            <a:endParaRPr lang="en-US" dirty="0"/>
          </a:p>
          <a:p>
            <a:pPr marL="342900" lvl="0" indent="-342900">
              <a:buFont typeface="Arial" panose="020B0604020202020204" pitchFamily="34" charset="0"/>
              <a:buChar char="•"/>
            </a:pPr>
            <a:r>
              <a:rPr lang="pt-PT" dirty="0"/>
              <a:t>Verificar cardinalidades e direções de filtro.</a:t>
            </a:r>
            <a:endParaRPr lang="en-US" dirty="0"/>
          </a:p>
          <a:p>
            <a:pPr marL="285750" indent="-285750" algn="l">
              <a:buClr>
                <a:schemeClr val="tx2"/>
              </a:buClr>
              <a:buFont typeface="Arial"/>
              <a:buChar char="•"/>
            </a:pPr>
            <a:endParaRPr lang="en-US" sz="1400" dirty="0"/>
          </a:p>
        </p:txBody>
      </p:sp>
    </p:spTree>
    <p:extLst>
      <p:ext uri="{BB962C8B-B14F-4D97-AF65-F5344CB8AC3E}">
        <p14:creationId xmlns:p14="http://schemas.microsoft.com/office/powerpoint/2010/main" val="29017744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278C3-3140-A87D-EC92-B1D05E5BA29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3812121-287B-CD4F-53A5-97CB365CF924}"/>
              </a:ext>
            </a:extLst>
          </p:cNvPr>
          <p:cNvSpPr txBox="1"/>
          <p:nvPr/>
        </p:nvSpPr>
        <p:spPr>
          <a:xfrm>
            <a:off x="600820" y="760958"/>
            <a:ext cx="11089232" cy="3444917"/>
          </a:xfrm>
          <a:prstGeom prst="rect">
            <a:avLst/>
          </a:prstGeom>
          <a:noFill/>
        </p:spPr>
        <p:txBody>
          <a:bodyPr wrap="square">
            <a:spAutoFit/>
          </a:bodyPr>
          <a:lstStyle/>
          <a:p>
            <a:pPr lvl="0"/>
            <a:r>
              <a:rPr lang="pt-PT" sz="2800" b="1" dirty="0">
                <a:solidFill>
                  <a:srgbClr val="0046FE"/>
                </a:solidFill>
                <a:latin typeface="Segoe UI" panose="020B0502040204020203" pitchFamily="34" charset="0"/>
                <a:cs typeface="Arial" panose="020B0604020202020204" pitchFamily="34" charset="0"/>
              </a:rPr>
              <a:t>8. Definição de métricas e criação de relatório no Power BI </a:t>
            </a:r>
          </a:p>
          <a:p>
            <a:pPr lvl="0"/>
            <a:r>
              <a:rPr lang="pt-PT" sz="2400" dirty="0"/>
              <a:t>Gerar o layout do relatório para atender as demandas do Cliente</a:t>
            </a:r>
            <a:endParaRPr lang="en-US" sz="2400" dirty="0"/>
          </a:p>
          <a:p>
            <a:pPr lvl="0"/>
            <a:r>
              <a:rPr lang="pt-PT" sz="2400" dirty="0"/>
              <a:t>Gerar ou adaptar um tema com as cores a usar no relatório.</a:t>
            </a:r>
            <a:endParaRPr lang="en-US" sz="2400" dirty="0"/>
          </a:p>
          <a:p>
            <a:pPr lvl="0"/>
            <a:r>
              <a:rPr lang="pt-PT" sz="2400" dirty="0"/>
              <a:t>Criar o relatório com foco em:</a:t>
            </a:r>
            <a:endParaRPr lang="en-US" sz="2400" dirty="0"/>
          </a:p>
          <a:p>
            <a:pPr lvl="1"/>
            <a:r>
              <a:rPr lang="pt-PT" sz="2400" dirty="0"/>
              <a:t>Distribuição de colaboradores por género, idade e departamento.</a:t>
            </a:r>
            <a:endParaRPr lang="en-US" sz="2400" dirty="0"/>
          </a:p>
          <a:p>
            <a:pPr lvl="1"/>
            <a:r>
              <a:rPr lang="pt-PT" sz="2400" dirty="0"/>
              <a:t>Percentagem de colaboradores que saíram da empresa (attrition rate).</a:t>
            </a:r>
            <a:endParaRPr lang="en-US" sz="2400" dirty="0"/>
          </a:p>
          <a:p>
            <a:pPr lvl="1"/>
            <a:r>
              <a:rPr lang="pt-PT" sz="2400" dirty="0"/>
              <a:t>Relação entre performance e tempo de empresa.</a:t>
            </a:r>
            <a:endParaRPr lang="en-US" sz="2400" dirty="0"/>
          </a:p>
          <a:p>
            <a:pPr lvl="1"/>
            <a:r>
              <a:rPr lang="pt-PT" sz="2400" dirty="0"/>
              <a:t>Outras métricas pertinentes à análise.</a:t>
            </a:r>
            <a:endParaRPr lang="en-US" sz="2400" dirty="0"/>
          </a:p>
          <a:p>
            <a:pPr lvl="0"/>
            <a:endParaRPr lang="en-US" dirty="0"/>
          </a:p>
        </p:txBody>
      </p:sp>
    </p:spTree>
    <p:extLst>
      <p:ext uri="{BB962C8B-B14F-4D97-AF65-F5344CB8AC3E}">
        <p14:creationId xmlns:p14="http://schemas.microsoft.com/office/powerpoint/2010/main" val="41850288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Cegid_TemplateFR_V2_010818">
  <a:themeElements>
    <a:clrScheme name="CEGID_Couleurs">
      <a:dk1>
        <a:srgbClr val="002C52"/>
      </a:dk1>
      <a:lt1>
        <a:sysClr val="window" lastClr="FFFFFF"/>
      </a:lt1>
      <a:dk2>
        <a:srgbClr val="0046FE"/>
      </a:dk2>
      <a:lt2>
        <a:srgbClr val="F5F6F7"/>
      </a:lt2>
      <a:accent1>
        <a:srgbClr val="FF5C35"/>
      </a:accent1>
      <a:accent2>
        <a:srgbClr val="002C52"/>
      </a:accent2>
      <a:accent3>
        <a:srgbClr val="0046FE"/>
      </a:accent3>
      <a:accent4>
        <a:srgbClr val="D9E7FF"/>
      </a:accent4>
      <a:accent5>
        <a:srgbClr val="808080"/>
      </a:accent5>
      <a:accent6>
        <a:srgbClr val="F5F6F7"/>
      </a:accent6>
      <a:hlink>
        <a:srgbClr val="002C52"/>
      </a:hlink>
      <a:folHlink>
        <a:srgbClr val="002C52"/>
      </a:folHlink>
    </a:clrScheme>
    <a:fontScheme name="CEGID_Polices">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noProof="1" dirty="0" smtClean="0"/>
        </a:defPPr>
      </a:lstStyle>
      <a:style>
        <a:lnRef idx="1">
          <a:schemeClr val="accent1"/>
        </a:lnRef>
        <a:fillRef idx="3">
          <a:schemeClr val="accent1"/>
        </a:fillRef>
        <a:effectRef idx="2">
          <a:schemeClr val="accent1"/>
        </a:effectRef>
        <a:fontRef idx="minor">
          <a:schemeClr val="lt1"/>
        </a:fontRef>
      </a:style>
    </a:spDef>
    <a:txDef>
      <a:spPr>
        <a:noFill/>
      </a:spPr>
      <a:bodyPr wrap="square" lIns="36000" tIns="0" rIns="36000" bIns="0" rtlCol="0">
        <a:spAutoFit/>
      </a:bodyPr>
      <a:lstStyle>
        <a:defPPr marL="285750" indent="-285750" algn="l">
          <a:buClr>
            <a:schemeClr val="tx2"/>
          </a:buClr>
          <a:buFont typeface="Arial"/>
          <a:buChar char="•"/>
          <a:defRPr sz="1400" dirty="0" smtClean="0"/>
        </a:defPPr>
      </a:lstStyle>
    </a:txDef>
  </a:objectDefaults>
  <a:extraClrSchemeLst/>
  <a:extLst>
    <a:ext uri="{05A4C25C-085E-4340-85A3-A5531E510DB2}">
      <thm15:themeFamily xmlns:thm15="http://schemas.microsoft.com/office/thememl/2012/main" name="Cegid_TemplateFR_V2_010818" id="{1A6C8B33-9AC4-194C-8734-D54EC3A06A43}" vid="{3527D48E-4877-F746-8FFC-9EE5F85CB9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0C74420DD2167D45840F0F2D8DBB844A" ma:contentTypeVersion="20" ma:contentTypeDescription="Create a new document." ma:contentTypeScope="" ma:versionID="4ad2f7949e71500df179b4f505173b55">
  <xsd:schema xmlns:xsd="http://www.w3.org/2001/XMLSchema" xmlns:xs="http://www.w3.org/2001/XMLSchema" xmlns:p="http://schemas.microsoft.com/office/2006/metadata/properties" xmlns:ns2="30fe6b42-3380-4f73-afce-a52129d7278a" xmlns:ns3="4bdfa1f5-edd0-46c9-9f2e-a986d1050be5" targetNamespace="http://schemas.microsoft.com/office/2006/metadata/properties" ma:root="true" ma:fieldsID="1dd8129f0b133889be32935c2048e0b0" ns2:_="" ns3:_="">
    <xsd:import namespace="30fe6b42-3380-4f73-afce-a52129d7278a"/>
    <xsd:import namespace="4bdfa1f5-edd0-46c9-9f2e-a986d1050be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ObjectDetectorVersions" minOccurs="0"/>
                <xsd:element ref="ns3:MediaLengthInSeconds" minOccurs="0"/>
                <xsd:element ref="ns3:MediaServiceLocation" minOccurs="0"/>
                <xsd:element ref="ns3:MediaServiceGenerationTime" minOccurs="0"/>
                <xsd:element ref="ns3:MediaServiceEventHashCode" minOccurs="0"/>
                <xsd:element ref="ns3:lcf76f155ced4ddcb4097134ff3c332f" minOccurs="0"/>
                <xsd:element ref="ns2:TaxCatchAll" minOccurs="0"/>
                <xsd:element ref="ns3:MediaServiceOCR"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fe6b42-3380-4f73-afce-a52129d7278a" elementFormDefault="qualified">
    <xsd:import namespace="http://schemas.microsoft.com/office/2006/documentManagement/types"/>
    <xsd:import namespace="http://schemas.microsoft.com/office/infopath/2007/PartnerControls"/>
    <xsd:element name="SharedWithUsers" ma:index="8"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8313c58-c9d0-4baf-929d-22bc71f4432a}" ma:internalName="TaxCatchAll" ma:showField="CatchAllData" ma:web="30fe6b42-3380-4f73-afce-a52129d7278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bdfa1f5-edd0-46c9-9f2e-a986d1050be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description="" ma:indexed="true"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Etiquetas de Imagem" ma:readOnly="false" ma:fieldId="{5cf76f15-5ced-4ddc-b409-7134ff3c332f}" ma:taxonomyMulti="true" ma:sspId="a0ee91e3-0d73-4a2a-8a3f-e245c28a69fa"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Tipo de Conteúdo"/>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bdfa1f5-edd0-46c9-9f2e-a986d1050be5">
      <Terms xmlns="http://schemas.microsoft.com/office/infopath/2007/PartnerControls"/>
    </lcf76f155ced4ddcb4097134ff3c332f>
    <TaxCatchAll xmlns="30fe6b42-3380-4f73-afce-a52129d7278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FA6E0A7-01EE-4D52-BCCA-1BA137151C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fe6b42-3380-4f73-afce-a52129d7278a"/>
    <ds:schemaRef ds:uri="4bdfa1f5-edd0-46c9-9f2e-a986d1050b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4ACCEF5-975E-4371-95C9-7C127CD75902}">
  <ds:schemaRefs>
    <ds:schemaRef ds:uri="http://schemas.microsoft.com/office/2006/metadata/properties"/>
    <ds:schemaRef ds:uri="http://schemas.microsoft.com/office/infopath/2007/PartnerControls"/>
    <ds:schemaRef ds:uri="4bdfa1f5-edd0-46c9-9f2e-a986d1050be5"/>
    <ds:schemaRef ds:uri="30fe6b42-3380-4f73-afce-a52129d7278a"/>
  </ds:schemaRefs>
</ds:datastoreItem>
</file>

<file path=customXml/itemProps3.xml><?xml version="1.0" encoding="utf-8"?>
<ds:datastoreItem xmlns:ds="http://schemas.openxmlformats.org/officeDocument/2006/customXml" ds:itemID="{070B0730-8ED6-4623-B4BF-697DB8155F0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391</TotalTime>
  <Words>2116</Words>
  <Application>Microsoft Office PowerPoint</Application>
  <PresentationFormat>Custom</PresentationFormat>
  <Paragraphs>105</Paragraphs>
  <Slides>12</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Segoe UI</vt:lpstr>
      <vt:lpstr>Segoe UI Light</vt:lpstr>
      <vt:lpstr>Segoe UI Semibold</vt:lpstr>
      <vt:lpstr>Symbol</vt:lpstr>
      <vt:lpstr>Wingdings</vt:lpstr>
      <vt:lpstr>Cegid_TemplateFR_V2_010818</vt:lpstr>
      <vt:lpstr>Projeto 01</vt:lpstr>
      <vt:lpstr>PowerPoint Presentation</vt:lpstr>
      <vt:lpstr>Contexto</vt:lpstr>
      <vt:lpstr>Novo Gerente  do RH da IBM</vt:lpstr>
      <vt:lpstr>Dataset</vt:lpstr>
      <vt:lpstr>'IBM HR Analytics Employee Attrition &amp; Performance' </vt:lpstr>
      <vt:lpstr>ETAPAS</vt:lpstr>
      <vt:lpstr>Entrevista com o cliente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Joao Lauro</cp:lastModifiedBy>
  <cp:revision>7</cp:revision>
  <dcterms:created xsi:type="dcterms:W3CDTF">2025-07-31T11:29:12Z</dcterms:created>
  <dcterms:modified xsi:type="dcterms:W3CDTF">2026-05-21T18:17:50Z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0x0101000C74420DD2167D45840F0F2D8DBB844A</vt:lpwstr>
  </property>
  <property fmtid="{D5CDD505-2E9C-101B-9397-08002B2CF9AE}" pid="3" name="MSIP_Label_defa4170-0d19-0005-0004-bc88714345d2_Enabled">
    <vt:lpwstr>true</vt:lpwstr>
  </property>
  <property fmtid="{D5CDD505-2E9C-101B-9397-08002B2CF9AE}" pid="4" name="MSIP_Label_defa4170-0d19-0005-0004-bc88714345d2_SetDate">
    <vt:lpwstr>2026-05-21T18:17:50Z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dba94da8-522f-46c4-89e2-ce8cd72bbf23</vt:lpwstr>
  </property>
  <property fmtid="{D5CDD505-2E9C-101B-9397-08002B2CF9AE}" pid="8" name="MSIP_Label_defa4170-0d19-0005-0004-bc88714345d2_ActionId">
    <vt:lpwstr>add41148-e042-48d0-be29-e874207506a4</vt:lpwstr>
  </property>
  <property fmtid="{D5CDD505-2E9C-101B-9397-08002B2CF9AE}" pid="9" name="MSIP_Label_defa4170-0d19-0005-0004-bc88714345d2_ContentBits">
    <vt:lpwstr>0</vt:lpwstr>
  </property>
  <property fmtid="{D5CDD505-2E9C-101B-9397-08002B2CF9AE}" pid="10" name="MSIP_Label_defa4170-0d19-0005-0004-bc88714345d2_Tag">
    <vt:lpwstr>10, 3, 0, 1</vt:lpwstr>
  </property>
</Properties>
</file>